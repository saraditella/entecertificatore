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76" r:id="rId7"/>
    <p:sldId id="290" r:id="rId8"/>
    <p:sldId id="280" r:id="rId9"/>
    <p:sldId id="281" r:id="rId10"/>
    <p:sldId id="289" r:id="rId11"/>
    <p:sldId id="282" r:id="rId12"/>
    <p:sldId id="268" r:id="rId13"/>
    <p:sldId id="283" r:id="rId14"/>
    <p:sldId id="269" r:id="rId15"/>
    <p:sldId id="270" r:id="rId16"/>
    <p:sldId id="284" r:id="rId17"/>
    <p:sldId id="272" r:id="rId18"/>
    <p:sldId id="277" r:id="rId19"/>
    <p:sldId id="279" r:id="rId20"/>
    <p:sldId id="287" r:id="rId2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Stile chiaro 2 - Color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25E5076-3810-47DD-B79F-674D7AD40C01}" styleName="Stile scuro 1 - Color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03447BB-5D67-496B-8E87-E561075AD55C}" styleName="Stile scuro 1 - Color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413" autoAdjust="0"/>
  </p:normalViewPr>
  <p:slideViewPr>
    <p:cSldViewPr>
      <p:cViewPr varScale="1">
        <p:scale>
          <a:sx n="59" d="100"/>
          <a:sy n="59" d="100"/>
        </p:scale>
        <p:origin x="888" y="19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202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theme" Target="theme/theme1.xml" /><Relationship Id="rId3" Type="http://schemas.openxmlformats.org/officeDocument/2006/relationships/customXml" Target="../customXml/item3.xml" /><Relationship Id="rId21" Type="http://schemas.openxmlformats.org/officeDocument/2006/relationships/slide" Target="slides/slide17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viewProps" Target="viewProps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presProps" Target="presProps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handoutMaster" Target="handoutMasters/handoutMaster1.xml" /><Relationship Id="rId28" Type="http://schemas.microsoft.com/office/2016/11/relationships/changesInfo" Target="changesInfos/changesInfo1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notesMaster" Target="notesMasters/notesMaster1.xml" /><Relationship Id="rId27" Type="http://schemas.openxmlformats.org/officeDocument/2006/relationships/tableStyles" Target="tableStyle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DI TELLA" userId="d042ac4b-29dd-4160-a870-623ab5a6bd6e" providerId="ADAL" clId="{532B7130-5239-8A4C-9CE3-FE3AA982D542}"/>
    <pc:docChg chg="custSel modSld">
      <pc:chgData name="SARA DI TELLA" userId="d042ac4b-29dd-4160-a870-623ab5a6bd6e" providerId="ADAL" clId="{532B7130-5239-8A4C-9CE3-FE3AA982D542}" dt="2024-12-26T15:54:08.246" v="15" actId="27636"/>
      <pc:docMkLst>
        <pc:docMk/>
      </pc:docMkLst>
      <pc:sldChg chg="modSp">
        <pc:chgData name="SARA DI TELLA" userId="d042ac4b-29dd-4160-a870-623ab5a6bd6e" providerId="ADAL" clId="{532B7130-5239-8A4C-9CE3-FE3AA982D542}" dt="2024-12-26T15:54:08.246" v="15" actId="27636"/>
        <pc:sldMkLst>
          <pc:docMk/>
          <pc:sldMk cId="2128536031" sldId="257"/>
        </pc:sldMkLst>
        <pc:spChg chg="mod">
          <ac:chgData name="SARA DI TELLA" userId="d042ac4b-29dd-4160-a870-623ab5a6bd6e" providerId="ADAL" clId="{532B7130-5239-8A4C-9CE3-FE3AA982D542}" dt="2024-12-26T15:54:08.246" v="15" actId="27636"/>
          <ac:spMkLst>
            <pc:docMk/>
            <pc:sldMk cId="2128536031" sldId="257"/>
            <ac:spMk id="14" creationId="{00000000-0000-0000-0000-000000000000}"/>
          </ac:spMkLst>
        </pc:spChg>
      </pc:sldChg>
    </pc:docChg>
  </pc:docChgLst>
  <pc:docChgLst>
    <pc:chgData name="SARA DI TELLA" userId="d042ac4b-29dd-4160-a870-623ab5a6bd6e" providerId="ADAL" clId="{DFB9DF9F-1953-4018-8188-982DF5D6388B}"/>
    <pc:docChg chg="undo redo custSel addSld delSld modSld">
      <pc:chgData name="SARA DI TELLA" userId="d042ac4b-29dd-4160-a870-623ab5a6bd6e" providerId="ADAL" clId="{DFB9DF9F-1953-4018-8188-982DF5D6388B}" dt="2025-02-04T22:43:36.537" v="16399" actId="2696"/>
      <pc:docMkLst>
        <pc:docMk/>
      </pc:docMkLst>
      <pc:sldChg chg="addSp delSp modSp mod">
        <pc:chgData name="SARA DI TELLA" userId="d042ac4b-29dd-4160-a870-623ab5a6bd6e" providerId="ADAL" clId="{DFB9DF9F-1953-4018-8188-982DF5D6388B}" dt="2025-02-04T19:36:42.699" v="16369" actId="20577"/>
        <pc:sldMkLst>
          <pc:docMk/>
          <pc:sldMk cId="2128536031" sldId="257"/>
        </pc:sldMkLst>
        <pc:spChg chg="add">
          <ac:chgData name="SARA DI TELLA" userId="d042ac4b-29dd-4160-a870-623ab5a6bd6e" providerId="ADAL" clId="{DFB9DF9F-1953-4018-8188-982DF5D6388B}" dt="2025-01-13T13:43:19.242" v="469"/>
          <ac:spMkLst>
            <pc:docMk/>
            <pc:sldMk cId="2128536031" sldId="257"/>
            <ac:spMk id="2" creationId="{8B8485F1-CE3F-58B5-F6F0-32FE8F4418EF}"/>
          </ac:spMkLst>
        </pc:spChg>
        <pc:spChg chg="add">
          <ac:chgData name="SARA DI TELLA" userId="d042ac4b-29dd-4160-a870-623ab5a6bd6e" providerId="ADAL" clId="{DFB9DF9F-1953-4018-8188-982DF5D6388B}" dt="2025-01-13T13:43:19.242" v="469"/>
          <ac:spMkLst>
            <pc:docMk/>
            <pc:sldMk cId="2128536031" sldId="257"/>
            <ac:spMk id="3" creationId="{D83F68AE-0207-57E3-7ADE-20F56A466EBC}"/>
          </ac:spMkLst>
        </pc:spChg>
        <pc:spChg chg="add">
          <ac:chgData name="SARA DI TELLA" userId="d042ac4b-29dd-4160-a870-623ab5a6bd6e" providerId="ADAL" clId="{DFB9DF9F-1953-4018-8188-982DF5D6388B}" dt="2025-01-13T13:43:19.242" v="469"/>
          <ac:spMkLst>
            <pc:docMk/>
            <pc:sldMk cId="2128536031" sldId="257"/>
            <ac:spMk id="4" creationId="{AD1E075D-C08F-7AB9-5056-ED37A602A7AA}"/>
          </ac:spMkLst>
        </pc:spChg>
        <pc:spChg chg="mod">
          <ac:chgData name="SARA DI TELLA" userId="d042ac4b-29dd-4160-a870-623ab5a6bd6e" providerId="ADAL" clId="{DFB9DF9F-1953-4018-8188-982DF5D6388B}" dt="2024-12-16T22:02:40.219" v="468" actId="20577"/>
          <ac:spMkLst>
            <pc:docMk/>
            <pc:sldMk cId="2128536031" sldId="257"/>
            <ac:spMk id="13" creationId="{00000000-0000-0000-0000-000000000000}"/>
          </ac:spMkLst>
        </pc:spChg>
        <pc:spChg chg="add del mod">
          <ac:chgData name="SARA DI TELLA" userId="d042ac4b-29dd-4160-a870-623ab5a6bd6e" providerId="ADAL" clId="{DFB9DF9F-1953-4018-8188-982DF5D6388B}" dt="2025-02-04T19:36:42.699" v="16369" actId="20577"/>
          <ac:spMkLst>
            <pc:docMk/>
            <pc:sldMk cId="2128536031" sldId="257"/>
            <ac:spMk id="14" creationId="{00000000-0000-0000-0000-000000000000}"/>
          </ac:spMkLst>
        </pc:spChg>
      </pc:sldChg>
      <pc:sldChg chg="del">
        <pc:chgData name="SARA DI TELLA" userId="d042ac4b-29dd-4160-a870-623ab5a6bd6e" providerId="ADAL" clId="{DFB9DF9F-1953-4018-8188-982DF5D6388B}" dt="2025-01-13T13:52:50.358" v="692" actId="2696"/>
        <pc:sldMkLst>
          <pc:docMk/>
          <pc:sldMk cId="3847750985" sldId="258"/>
        </pc:sldMkLst>
      </pc:sldChg>
      <pc:sldChg chg="addSp delSp modSp mod">
        <pc:chgData name="SARA DI TELLA" userId="d042ac4b-29dd-4160-a870-623ab5a6bd6e" providerId="ADAL" clId="{DFB9DF9F-1953-4018-8188-982DF5D6388B}" dt="2025-01-23T13:11:05.759" v="12760" actId="20577"/>
        <pc:sldMkLst>
          <pc:docMk/>
          <pc:sldMk cId="223730991" sldId="268"/>
        </pc:sldMkLst>
        <pc:spChg chg="mod">
          <ac:chgData name="SARA DI TELLA" userId="d042ac4b-29dd-4160-a870-623ab5a6bd6e" providerId="ADAL" clId="{DFB9DF9F-1953-4018-8188-982DF5D6388B}" dt="2025-01-13T16:31:28.673" v="4637" actId="1076"/>
          <ac:spMkLst>
            <pc:docMk/>
            <pc:sldMk cId="223730991" sldId="268"/>
            <ac:spMk id="2" creationId="{00000000-0000-0000-0000-000000000000}"/>
          </ac:spMkLst>
        </pc:spChg>
        <pc:graphicFrameChg chg="add del mod ord modGraphic">
          <ac:chgData name="SARA DI TELLA" userId="d042ac4b-29dd-4160-a870-623ab5a6bd6e" providerId="ADAL" clId="{DFB9DF9F-1953-4018-8188-982DF5D6388B}" dt="2025-01-23T13:11:05.759" v="12760" actId="20577"/>
          <ac:graphicFrameMkLst>
            <pc:docMk/>
            <pc:sldMk cId="223730991" sldId="268"/>
            <ac:graphicFrameMk id="4" creationId="{693CACEA-07BB-7C3A-9DFF-E49851EDC4D8}"/>
          </ac:graphicFrameMkLst>
        </pc:graphicFrameChg>
      </pc:sldChg>
      <pc:sldChg chg="addSp delSp modSp add mod">
        <pc:chgData name="SARA DI TELLA" userId="d042ac4b-29dd-4160-a870-623ab5a6bd6e" providerId="ADAL" clId="{DFB9DF9F-1953-4018-8188-982DF5D6388B}" dt="2025-02-04T19:37:42.948" v="16374" actId="2165"/>
        <pc:sldMkLst>
          <pc:docMk/>
          <pc:sldMk cId="3925367887" sldId="269"/>
        </pc:sldMkLst>
        <pc:spChg chg="mod">
          <ac:chgData name="SARA DI TELLA" userId="d042ac4b-29dd-4160-a870-623ab5a6bd6e" providerId="ADAL" clId="{DFB9DF9F-1953-4018-8188-982DF5D6388B}" dt="2025-01-13T13:52:56.901" v="707" actId="20577"/>
          <ac:spMkLst>
            <pc:docMk/>
            <pc:sldMk cId="3925367887" sldId="269"/>
            <ac:spMk id="2" creationId="{70E2C82C-8463-4643-5C70-32F8D5241FB5}"/>
          </ac:spMkLst>
        </pc:spChg>
        <pc:graphicFrameChg chg="add del mod modGraphic">
          <ac:chgData name="SARA DI TELLA" userId="d042ac4b-29dd-4160-a870-623ab5a6bd6e" providerId="ADAL" clId="{DFB9DF9F-1953-4018-8188-982DF5D6388B}" dt="2025-02-04T19:37:42.948" v="16374" actId="2165"/>
          <ac:graphicFrameMkLst>
            <pc:docMk/>
            <pc:sldMk cId="3925367887" sldId="269"/>
            <ac:graphicFrameMk id="4" creationId="{AEF4DBB2-4611-F6D9-5EE3-DF0EAA166056}"/>
          </ac:graphicFrameMkLst>
        </pc:graphicFrameChg>
      </pc:sldChg>
      <pc:sldChg chg="addSp delSp modSp add del mod">
        <pc:chgData name="SARA DI TELLA" userId="d042ac4b-29dd-4160-a870-623ab5a6bd6e" providerId="ADAL" clId="{DFB9DF9F-1953-4018-8188-982DF5D6388B}" dt="2025-02-04T19:38:40.648" v="16377" actId="2165"/>
        <pc:sldMkLst>
          <pc:docMk/>
          <pc:sldMk cId="665790757" sldId="270"/>
        </pc:sldMkLst>
        <pc:spChg chg="mod">
          <ac:chgData name="SARA DI TELLA" userId="d042ac4b-29dd-4160-a870-623ab5a6bd6e" providerId="ADAL" clId="{DFB9DF9F-1953-4018-8188-982DF5D6388B}" dt="2025-01-13T13:58:24.192" v="854" actId="20577"/>
          <ac:spMkLst>
            <pc:docMk/>
            <pc:sldMk cId="665790757" sldId="270"/>
            <ac:spMk id="2" creationId="{EB7AD0C3-CA7D-2487-1C2D-792B2EA74541}"/>
          </ac:spMkLst>
        </pc:spChg>
        <pc:graphicFrameChg chg="add mod ord modGraphic">
          <ac:chgData name="SARA DI TELLA" userId="d042ac4b-29dd-4160-a870-623ab5a6bd6e" providerId="ADAL" clId="{DFB9DF9F-1953-4018-8188-982DF5D6388B}" dt="2025-02-04T19:38:40.648" v="16377" actId="2165"/>
          <ac:graphicFrameMkLst>
            <pc:docMk/>
            <pc:sldMk cId="665790757" sldId="270"/>
            <ac:graphicFrameMk id="6" creationId="{034ABD2C-59BD-BBDF-22ED-EC2BE60B33D5}"/>
          </ac:graphicFrameMkLst>
        </pc:graphicFrameChg>
      </pc:sldChg>
      <pc:sldChg chg="add del">
        <pc:chgData name="SARA DI TELLA" userId="d042ac4b-29dd-4160-a870-623ab5a6bd6e" providerId="ADAL" clId="{DFB9DF9F-1953-4018-8188-982DF5D6388B}" dt="2025-01-13T13:59:53.418" v="874" actId="2696"/>
        <pc:sldMkLst>
          <pc:docMk/>
          <pc:sldMk cId="2057290697" sldId="271"/>
        </pc:sldMkLst>
      </pc:sldChg>
      <pc:sldChg chg="addSp delSp modSp add del mod">
        <pc:chgData name="SARA DI TELLA" userId="d042ac4b-29dd-4160-a870-623ab5a6bd6e" providerId="ADAL" clId="{DFB9DF9F-1953-4018-8188-982DF5D6388B}" dt="2025-02-01T22:56:43.516" v="15794" actId="1076"/>
        <pc:sldMkLst>
          <pc:docMk/>
          <pc:sldMk cId="2987490961" sldId="272"/>
        </pc:sldMkLst>
        <pc:spChg chg="mod">
          <ac:chgData name="SARA DI TELLA" userId="d042ac4b-29dd-4160-a870-623ab5a6bd6e" providerId="ADAL" clId="{DFB9DF9F-1953-4018-8188-982DF5D6388B}" dt="2025-01-22T22:38:15.043" v="12633" actId="20577"/>
          <ac:spMkLst>
            <pc:docMk/>
            <pc:sldMk cId="2987490961" sldId="272"/>
            <ac:spMk id="2" creationId="{BABFB9FE-2925-AD8E-56D0-C9D515F98A7D}"/>
          </ac:spMkLst>
        </pc:spChg>
        <pc:spChg chg="add mod">
          <ac:chgData name="SARA DI TELLA" userId="d042ac4b-29dd-4160-a870-623ab5a6bd6e" providerId="ADAL" clId="{DFB9DF9F-1953-4018-8188-982DF5D6388B}" dt="2025-01-22T22:24:47.454" v="12261" actId="1076"/>
          <ac:spMkLst>
            <pc:docMk/>
            <pc:sldMk cId="2987490961" sldId="272"/>
            <ac:spMk id="5" creationId="{9DBADF9E-919D-4512-4CBE-92BC09D127DA}"/>
          </ac:spMkLst>
        </pc:spChg>
        <pc:spChg chg="add mod">
          <ac:chgData name="SARA DI TELLA" userId="d042ac4b-29dd-4160-a870-623ab5a6bd6e" providerId="ADAL" clId="{DFB9DF9F-1953-4018-8188-982DF5D6388B}" dt="2025-01-22T22:24:56.669" v="12262" actId="1076"/>
          <ac:spMkLst>
            <pc:docMk/>
            <pc:sldMk cId="2987490961" sldId="272"/>
            <ac:spMk id="7" creationId="{A0393236-CF3E-3B96-59C2-513D3072AD5F}"/>
          </ac:spMkLst>
        </pc:spChg>
        <pc:spChg chg="add mod">
          <ac:chgData name="SARA DI TELLA" userId="d042ac4b-29dd-4160-a870-623ab5a6bd6e" providerId="ADAL" clId="{DFB9DF9F-1953-4018-8188-982DF5D6388B}" dt="2025-02-01T22:56:43.516" v="15794" actId="1076"/>
          <ac:spMkLst>
            <pc:docMk/>
            <pc:sldMk cId="2987490961" sldId="272"/>
            <ac:spMk id="8" creationId="{CAF1F3C2-161B-9A62-177F-C2940831830A}"/>
          </ac:spMkLst>
        </pc:spChg>
        <pc:graphicFrameChg chg="add mod modGraphic">
          <ac:chgData name="SARA DI TELLA" userId="d042ac4b-29dd-4160-a870-623ab5a6bd6e" providerId="ADAL" clId="{DFB9DF9F-1953-4018-8188-982DF5D6388B}" dt="2025-02-01T22:56:12.398" v="15791" actId="2161"/>
          <ac:graphicFrameMkLst>
            <pc:docMk/>
            <pc:sldMk cId="2987490961" sldId="272"/>
            <ac:graphicFrameMk id="4" creationId="{C573F44B-0D5A-DAB4-1462-7DD47570BB84}"/>
          </ac:graphicFrameMkLst>
        </pc:graphicFrameChg>
        <pc:graphicFrameChg chg="add mod modGraphic">
          <ac:chgData name="SARA DI TELLA" userId="d042ac4b-29dd-4160-a870-623ab5a6bd6e" providerId="ADAL" clId="{DFB9DF9F-1953-4018-8188-982DF5D6388B}" dt="2025-02-01T22:56:13.057" v="15793" actId="2161"/>
          <ac:graphicFrameMkLst>
            <pc:docMk/>
            <pc:sldMk cId="2987490961" sldId="272"/>
            <ac:graphicFrameMk id="11" creationId="{A8C91A00-61A9-A983-713C-80ADEEC3B110}"/>
          </ac:graphicFrameMkLst>
        </pc:graphicFrameChg>
      </pc:sldChg>
      <pc:sldChg chg="add del">
        <pc:chgData name="SARA DI TELLA" userId="d042ac4b-29dd-4160-a870-623ab5a6bd6e" providerId="ADAL" clId="{DFB9DF9F-1953-4018-8188-982DF5D6388B}" dt="2025-01-13T13:59:56.826" v="875" actId="2696"/>
        <pc:sldMkLst>
          <pc:docMk/>
          <pc:sldMk cId="3103322369" sldId="272"/>
        </pc:sldMkLst>
      </pc:sldChg>
      <pc:sldChg chg="modSp add del mod">
        <pc:chgData name="SARA DI TELLA" userId="d042ac4b-29dd-4160-a870-623ab5a6bd6e" providerId="ADAL" clId="{DFB9DF9F-1953-4018-8188-982DF5D6388B}" dt="2025-01-22T22:39:29.857" v="12641" actId="2696"/>
        <pc:sldMkLst>
          <pc:docMk/>
          <pc:sldMk cId="3104039311" sldId="273"/>
        </pc:sldMkLst>
      </pc:sldChg>
      <pc:sldChg chg="modSp add del mod">
        <pc:chgData name="SARA DI TELLA" userId="d042ac4b-29dd-4160-a870-623ab5a6bd6e" providerId="ADAL" clId="{DFB9DF9F-1953-4018-8188-982DF5D6388B}" dt="2025-01-16T22:41:05.584" v="6991" actId="2696"/>
        <pc:sldMkLst>
          <pc:docMk/>
          <pc:sldMk cId="759272703" sldId="274"/>
        </pc:sldMkLst>
      </pc:sldChg>
      <pc:sldChg chg="modSp add del mod">
        <pc:chgData name="SARA DI TELLA" userId="d042ac4b-29dd-4160-a870-623ab5a6bd6e" providerId="ADAL" clId="{DFB9DF9F-1953-4018-8188-982DF5D6388B}" dt="2025-01-16T22:41:21.834" v="6994" actId="2696"/>
        <pc:sldMkLst>
          <pc:docMk/>
          <pc:sldMk cId="3438195595" sldId="275"/>
        </pc:sldMkLst>
      </pc:sldChg>
      <pc:sldChg chg="addSp delSp modSp new mod modClrScheme chgLayout">
        <pc:chgData name="SARA DI TELLA" userId="d042ac4b-29dd-4160-a870-623ab5a6bd6e" providerId="ADAL" clId="{DFB9DF9F-1953-4018-8188-982DF5D6388B}" dt="2025-02-04T19:34:53" v="16359" actId="1076"/>
        <pc:sldMkLst>
          <pc:docMk/>
          <pc:sldMk cId="1107982535" sldId="276"/>
        </pc:sldMkLst>
        <pc:spChg chg="mod ord">
          <ac:chgData name="SARA DI TELLA" userId="d042ac4b-29dd-4160-a870-623ab5a6bd6e" providerId="ADAL" clId="{DFB9DF9F-1953-4018-8188-982DF5D6388B}" dt="2025-02-04T19:34:53" v="16359" actId="1076"/>
          <ac:spMkLst>
            <pc:docMk/>
            <pc:sldMk cId="1107982535" sldId="276"/>
            <ac:spMk id="2" creationId="{7DDB60FB-F8BE-BB1B-0C52-9151384D886F}"/>
          </ac:spMkLst>
        </pc:spChg>
        <pc:picChg chg="add mod">
          <ac:chgData name="SARA DI TELLA" userId="d042ac4b-29dd-4160-a870-623ab5a6bd6e" providerId="ADAL" clId="{DFB9DF9F-1953-4018-8188-982DF5D6388B}" dt="2025-02-04T19:33:24.845" v="16327" actId="1076"/>
          <ac:picMkLst>
            <pc:docMk/>
            <pc:sldMk cId="1107982535" sldId="276"/>
            <ac:picMk id="4" creationId="{B81BD172-02F3-8329-F382-F3E2628D4EA1}"/>
          </ac:picMkLst>
        </pc:picChg>
        <pc:picChg chg="add del mod">
          <ac:chgData name="SARA DI TELLA" userId="d042ac4b-29dd-4160-a870-623ab5a6bd6e" providerId="ADAL" clId="{DFB9DF9F-1953-4018-8188-982DF5D6388B}" dt="2025-02-04T19:32:40.387" v="16316" actId="478"/>
          <ac:picMkLst>
            <pc:docMk/>
            <pc:sldMk cId="1107982535" sldId="276"/>
            <ac:picMk id="16" creationId="{C991048F-6E38-CFED-0FF2-933DB5A1257D}"/>
          </ac:picMkLst>
        </pc:picChg>
      </pc:sldChg>
      <pc:sldChg chg="addSp delSp modSp add mod">
        <pc:chgData name="SARA DI TELLA" userId="d042ac4b-29dd-4160-a870-623ab5a6bd6e" providerId="ADAL" clId="{DFB9DF9F-1953-4018-8188-982DF5D6388B}" dt="2025-02-04T19:35:25.248" v="16365" actId="1076"/>
        <pc:sldMkLst>
          <pc:docMk/>
          <pc:sldMk cId="1079961318" sldId="277"/>
        </pc:sldMkLst>
        <pc:spChg chg="mod">
          <ac:chgData name="SARA DI TELLA" userId="d042ac4b-29dd-4160-a870-623ab5a6bd6e" providerId="ADAL" clId="{DFB9DF9F-1953-4018-8188-982DF5D6388B}" dt="2025-02-01T21:39:47.865" v="15046" actId="1076"/>
          <ac:spMkLst>
            <pc:docMk/>
            <pc:sldMk cId="1079961318" sldId="277"/>
            <ac:spMk id="2" creationId="{7D76DF3F-B429-38E3-D502-A178A01D93EC}"/>
          </ac:spMkLst>
        </pc:spChg>
        <pc:picChg chg="add mod">
          <ac:chgData name="SARA DI TELLA" userId="d042ac4b-29dd-4160-a870-623ab5a6bd6e" providerId="ADAL" clId="{DFB9DF9F-1953-4018-8188-982DF5D6388B}" dt="2025-02-04T19:35:25.248" v="16365" actId="1076"/>
          <ac:picMkLst>
            <pc:docMk/>
            <pc:sldMk cId="1079961318" sldId="277"/>
            <ac:picMk id="4" creationId="{0F43C052-24B0-99C0-961C-5BFF4AADBDC6}"/>
          </ac:picMkLst>
        </pc:picChg>
        <pc:picChg chg="add del mod">
          <ac:chgData name="SARA DI TELLA" userId="d042ac4b-29dd-4160-a870-623ab5a6bd6e" providerId="ADAL" clId="{DFB9DF9F-1953-4018-8188-982DF5D6388B}" dt="2025-02-04T19:35:11.241" v="16360" actId="478"/>
          <ac:picMkLst>
            <pc:docMk/>
            <pc:sldMk cId="1079961318" sldId="277"/>
            <ac:picMk id="6" creationId="{69380859-8AB6-4474-BF8A-6B38055046E7}"/>
          </ac:picMkLst>
        </pc:picChg>
      </pc:sldChg>
      <pc:sldChg chg="delSp add del mod">
        <pc:chgData name="SARA DI TELLA" userId="d042ac4b-29dd-4160-a870-623ab5a6bd6e" providerId="ADAL" clId="{DFB9DF9F-1953-4018-8188-982DF5D6388B}" dt="2025-02-01T22:57:42.875" v="15796" actId="2696"/>
        <pc:sldMkLst>
          <pc:docMk/>
          <pc:sldMk cId="2381442054" sldId="278"/>
        </pc:sldMkLst>
      </pc:sldChg>
      <pc:sldChg chg="addSp delSp modSp add mod">
        <pc:chgData name="SARA DI TELLA" userId="d042ac4b-29dd-4160-a870-623ab5a6bd6e" providerId="ADAL" clId="{DFB9DF9F-1953-4018-8188-982DF5D6388B}" dt="2025-02-04T19:35:58.698" v="16367" actId="20577"/>
        <pc:sldMkLst>
          <pc:docMk/>
          <pc:sldMk cId="491841503" sldId="279"/>
        </pc:sldMkLst>
        <pc:spChg chg="mod">
          <ac:chgData name="SARA DI TELLA" userId="d042ac4b-29dd-4160-a870-623ab5a6bd6e" providerId="ADAL" clId="{DFB9DF9F-1953-4018-8188-982DF5D6388B}" dt="2025-01-25T15:31:39.244" v="13875" actId="1076"/>
          <ac:spMkLst>
            <pc:docMk/>
            <pc:sldMk cId="491841503" sldId="279"/>
            <ac:spMk id="2" creationId="{7C803319-1512-D012-3811-2795E62E6AAD}"/>
          </ac:spMkLst>
        </pc:spChg>
        <pc:spChg chg="mod">
          <ac:chgData name="SARA DI TELLA" userId="d042ac4b-29dd-4160-a870-623ab5a6bd6e" providerId="ADAL" clId="{DFB9DF9F-1953-4018-8188-982DF5D6388B}" dt="2025-01-13T14:16:49.420" v="1246" actId="20577"/>
          <ac:spMkLst>
            <pc:docMk/>
            <pc:sldMk cId="491841503" sldId="279"/>
            <ac:spMk id="4" creationId="{2891BEC6-8F4F-382B-0B67-0050B44BD72B}"/>
          </ac:spMkLst>
        </pc:spChg>
        <pc:spChg chg="add mod">
          <ac:chgData name="SARA DI TELLA" userId="d042ac4b-29dd-4160-a870-623ab5a6bd6e" providerId="ADAL" clId="{DFB9DF9F-1953-4018-8188-982DF5D6388B}" dt="2025-02-04T19:35:58.698" v="16367" actId="20577"/>
          <ac:spMkLst>
            <pc:docMk/>
            <pc:sldMk cId="491841503" sldId="279"/>
            <ac:spMk id="5" creationId="{74BC2517-A2BC-7055-546F-D2864B8F7D29}"/>
          </ac:spMkLst>
        </pc:spChg>
      </pc:sldChg>
      <pc:sldChg chg="addSp modSp add mod">
        <pc:chgData name="SARA DI TELLA" userId="d042ac4b-29dd-4160-a870-623ab5a6bd6e" providerId="ADAL" clId="{DFB9DF9F-1953-4018-8188-982DF5D6388B}" dt="2025-02-04T19:36:54.696" v="16370" actId="20577"/>
        <pc:sldMkLst>
          <pc:docMk/>
          <pc:sldMk cId="4226925822" sldId="280"/>
        </pc:sldMkLst>
        <pc:spChg chg="mod">
          <ac:chgData name="SARA DI TELLA" userId="d042ac4b-29dd-4160-a870-623ab5a6bd6e" providerId="ADAL" clId="{DFB9DF9F-1953-4018-8188-982DF5D6388B}" dt="2025-01-13T15:30:39.394" v="2263" actId="20577"/>
          <ac:spMkLst>
            <pc:docMk/>
            <pc:sldMk cId="4226925822" sldId="280"/>
            <ac:spMk id="2" creationId="{BB39D7EB-8CB2-5FFC-F3FB-C753C8A5337C}"/>
          </ac:spMkLst>
        </pc:spChg>
        <pc:spChg chg="add mod">
          <ac:chgData name="SARA DI TELLA" userId="d042ac4b-29dd-4160-a870-623ab5a6bd6e" providerId="ADAL" clId="{DFB9DF9F-1953-4018-8188-982DF5D6388B}" dt="2025-02-04T19:36:54.696" v="16370" actId="20577"/>
          <ac:spMkLst>
            <pc:docMk/>
            <pc:sldMk cId="4226925822" sldId="280"/>
            <ac:spMk id="3" creationId="{091C89B0-56A5-DFCA-5585-4D5A4580FF51}"/>
          </ac:spMkLst>
        </pc:spChg>
        <pc:spChg chg="add mod">
          <ac:chgData name="SARA DI TELLA" userId="d042ac4b-29dd-4160-a870-623ab5a6bd6e" providerId="ADAL" clId="{DFB9DF9F-1953-4018-8188-982DF5D6388B}" dt="2025-02-01T21:52:08.331" v="15179" actId="20577"/>
          <ac:spMkLst>
            <pc:docMk/>
            <pc:sldMk cId="4226925822" sldId="280"/>
            <ac:spMk id="4" creationId="{9EB4D5C4-48B0-E38B-DFC2-DDF11D7AB077}"/>
          </ac:spMkLst>
        </pc:spChg>
      </pc:sldChg>
      <pc:sldChg chg="delSp modSp add mod">
        <pc:chgData name="SARA DI TELLA" userId="d042ac4b-29dd-4160-a870-623ab5a6bd6e" providerId="ADAL" clId="{DFB9DF9F-1953-4018-8188-982DF5D6388B}" dt="2025-02-01T22:19:32.131" v="15327" actId="5793"/>
        <pc:sldMkLst>
          <pc:docMk/>
          <pc:sldMk cId="649946075" sldId="281"/>
        </pc:sldMkLst>
        <pc:spChg chg="mod">
          <ac:chgData name="SARA DI TELLA" userId="d042ac4b-29dd-4160-a870-623ab5a6bd6e" providerId="ADAL" clId="{DFB9DF9F-1953-4018-8188-982DF5D6388B}" dt="2025-02-01T22:19:32.131" v="15327" actId="5793"/>
          <ac:spMkLst>
            <pc:docMk/>
            <pc:sldMk cId="649946075" sldId="281"/>
            <ac:spMk id="3" creationId="{74D4A933-1F5F-A56E-DD6E-8CDD0945478A}"/>
          </ac:spMkLst>
        </pc:spChg>
      </pc:sldChg>
      <pc:sldChg chg="add del">
        <pc:chgData name="SARA DI TELLA" userId="d042ac4b-29dd-4160-a870-623ab5a6bd6e" providerId="ADAL" clId="{DFB9DF9F-1953-4018-8188-982DF5D6388B}" dt="2025-01-13T15:26:44.581" v="2156"/>
        <pc:sldMkLst>
          <pc:docMk/>
          <pc:sldMk cId="2168947035" sldId="281"/>
        </pc:sldMkLst>
      </pc:sldChg>
      <pc:sldChg chg="addSp delSp modSp add mod">
        <pc:chgData name="SARA DI TELLA" userId="d042ac4b-29dd-4160-a870-623ab5a6bd6e" providerId="ADAL" clId="{DFB9DF9F-1953-4018-8188-982DF5D6388B}" dt="2025-01-22T21:36:24.997" v="11386" actId="20577"/>
        <pc:sldMkLst>
          <pc:docMk/>
          <pc:sldMk cId="3285085599" sldId="282"/>
        </pc:sldMkLst>
        <pc:spChg chg="mod">
          <ac:chgData name="SARA DI TELLA" userId="d042ac4b-29dd-4160-a870-623ab5a6bd6e" providerId="ADAL" clId="{DFB9DF9F-1953-4018-8188-982DF5D6388B}" dt="2025-01-13T15:39:27.754" v="3170" actId="20577"/>
          <ac:spMkLst>
            <pc:docMk/>
            <pc:sldMk cId="3285085599" sldId="282"/>
            <ac:spMk id="2" creationId="{AAB74F74-E65F-F09B-5A3F-5611DB4255C5}"/>
          </ac:spMkLst>
        </pc:spChg>
        <pc:spChg chg="mod">
          <ac:chgData name="SARA DI TELLA" userId="d042ac4b-29dd-4160-a870-623ab5a6bd6e" providerId="ADAL" clId="{DFB9DF9F-1953-4018-8188-982DF5D6388B}" dt="2025-01-22T21:36:24.997" v="11386" actId="20577"/>
          <ac:spMkLst>
            <pc:docMk/>
            <pc:sldMk cId="3285085599" sldId="282"/>
            <ac:spMk id="3" creationId="{73EE970B-1DD6-F616-FC8C-BF7062A8CF20}"/>
          </ac:spMkLst>
        </pc:spChg>
      </pc:sldChg>
      <pc:sldChg chg="add del">
        <pc:chgData name="SARA DI TELLA" userId="d042ac4b-29dd-4160-a870-623ab5a6bd6e" providerId="ADAL" clId="{DFB9DF9F-1953-4018-8188-982DF5D6388B}" dt="2025-01-13T16:00:39.695" v="3829"/>
        <pc:sldMkLst>
          <pc:docMk/>
          <pc:sldMk cId="1454940912" sldId="283"/>
        </pc:sldMkLst>
      </pc:sldChg>
      <pc:sldChg chg="modSp add mod">
        <pc:chgData name="SARA DI TELLA" userId="d042ac4b-29dd-4160-a870-623ab5a6bd6e" providerId="ADAL" clId="{DFB9DF9F-1953-4018-8188-982DF5D6388B}" dt="2025-02-04T19:37:54.492" v="16375" actId="2165"/>
        <pc:sldMkLst>
          <pc:docMk/>
          <pc:sldMk cId="3275806568" sldId="283"/>
        </pc:sldMkLst>
        <pc:graphicFrameChg chg="mod modGraphic">
          <ac:chgData name="SARA DI TELLA" userId="d042ac4b-29dd-4160-a870-623ab5a6bd6e" providerId="ADAL" clId="{DFB9DF9F-1953-4018-8188-982DF5D6388B}" dt="2025-02-04T19:37:54.492" v="16375" actId="2165"/>
          <ac:graphicFrameMkLst>
            <pc:docMk/>
            <pc:sldMk cId="3275806568" sldId="283"/>
            <ac:graphicFrameMk id="4" creationId="{27FC8EE2-75FD-1306-046C-42E6543E42C6}"/>
          </ac:graphicFrameMkLst>
        </pc:graphicFrameChg>
      </pc:sldChg>
      <pc:sldChg chg="addSp delSp modSp add mod">
        <pc:chgData name="SARA DI TELLA" userId="d042ac4b-29dd-4160-a870-623ab5a6bd6e" providerId="ADAL" clId="{DFB9DF9F-1953-4018-8188-982DF5D6388B}" dt="2025-02-04T19:38:26.139" v="16376" actId="2165"/>
        <pc:sldMkLst>
          <pc:docMk/>
          <pc:sldMk cId="216983185" sldId="284"/>
        </pc:sldMkLst>
        <pc:spChg chg="mod">
          <ac:chgData name="SARA DI TELLA" userId="d042ac4b-29dd-4160-a870-623ab5a6bd6e" providerId="ADAL" clId="{DFB9DF9F-1953-4018-8188-982DF5D6388B}" dt="2025-02-01T22:45:09.272" v="15741" actId="1035"/>
          <ac:spMkLst>
            <pc:docMk/>
            <pc:sldMk cId="216983185" sldId="284"/>
            <ac:spMk id="2" creationId="{439B784F-4B52-07D2-D30D-CA4FB823B581}"/>
          </ac:spMkLst>
        </pc:spChg>
        <pc:spChg chg="add mod">
          <ac:chgData name="SARA DI TELLA" userId="d042ac4b-29dd-4160-a870-623ab5a6bd6e" providerId="ADAL" clId="{DFB9DF9F-1953-4018-8188-982DF5D6388B}" dt="2025-02-01T22:44:55.059" v="15733" actId="1036"/>
          <ac:spMkLst>
            <pc:docMk/>
            <pc:sldMk cId="216983185" sldId="284"/>
            <ac:spMk id="3" creationId="{57C3700C-24A8-3AB6-A9BF-7E61BEFD6598}"/>
          </ac:spMkLst>
        </pc:spChg>
        <pc:graphicFrameChg chg="add mod">
          <ac:chgData name="SARA DI TELLA" userId="d042ac4b-29dd-4160-a870-623ab5a6bd6e" providerId="ADAL" clId="{DFB9DF9F-1953-4018-8188-982DF5D6388B}" dt="2025-01-22T22:39:41.867" v="12642" actId="1076"/>
          <ac:graphicFrameMkLst>
            <pc:docMk/>
            <pc:sldMk cId="216983185" sldId="284"/>
            <ac:graphicFrameMk id="4" creationId="{4E84AA62-D951-291F-2C0E-C3177184E8DF}"/>
          </ac:graphicFrameMkLst>
        </pc:graphicFrameChg>
        <pc:graphicFrameChg chg="add del modGraphic">
          <ac:chgData name="SARA DI TELLA" userId="d042ac4b-29dd-4160-a870-623ab5a6bd6e" providerId="ADAL" clId="{DFB9DF9F-1953-4018-8188-982DF5D6388B}" dt="2025-02-04T19:38:26.139" v="16376" actId="2165"/>
          <ac:graphicFrameMkLst>
            <pc:docMk/>
            <pc:sldMk cId="216983185" sldId="284"/>
            <ac:graphicFrameMk id="6" creationId="{658CEBA7-F46F-9271-E6E7-E3AFA83D3F21}"/>
          </ac:graphicFrameMkLst>
        </pc:graphicFrameChg>
      </pc:sldChg>
      <pc:sldChg chg="modSp add del mod">
        <pc:chgData name="SARA DI TELLA" userId="d042ac4b-29dd-4160-a870-623ab5a6bd6e" providerId="ADAL" clId="{DFB9DF9F-1953-4018-8188-982DF5D6388B}" dt="2025-01-22T22:38:04.823" v="12630" actId="2696"/>
        <pc:sldMkLst>
          <pc:docMk/>
          <pc:sldMk cId="4237743530" sldId="285"/>
        </pc:sldMkLst>
      </pc:sldChg>
      <pc:sldChg chg="modSp add del mod">
        <pc:chgData name="SARA DI TELLA" userId="d042ac4b-29dd-4160-a870-623ab5a6bd6e" providerId="ADAL" clId="{DFB9DF9F-1953-4018-8188-982DF5D6388B}" dt="2025-02-01T20:04:49.272" v="14976" actId="2696"/>
        <pc:sldMkLst>
          <pc:docMk/>
          <pc:sldMk cId="676367328" sldId="286"/>
        </pc:sldMkLst>
      </pc:sldChg>
      <pc:sldChg chg="modSp add del mod">
        <pc:chgData name="SARA DI TELLA" userId="d042ac4b-29dd-4160-a870-623ab5a6bd6e" providerId="ADAL" clId="{DFB9DF9F-1953-4018-8188-982DF5D6388B}" dt="2025-01-22T22:37:55.712" v="12629" actId="2696"/>
        <pc:sldMkLst>
          <pc:docMk/>
          <pc:sldMk cId="2615212670" sldId="287"/>
        </pc:sldMkLst>
      </pc:sldChg>
      <pc:sldChg chg="addSp modSp add mod">
        <pc:chgData name="SARA DI TELLA" userId="d042ac4b-29dd-4160-a870-623ab5a6bd6e" providerId="ADAL" clId="{DFB9DF9F-1953-4018-8188-982DF5D6388B}" dt="2025-02-04T19:40:31.819" v="16388" actId="403"/>
        <pc:sldMkLst>
          <pc:docMk/>
          <pc:sldMk cId="3253069459" sldId="287"/>
        </pc:sldMkLst>
        <pc:spChg chg="mod">
          <ac:chgData name="SARA DI TELLA" userId="d042ac4b-29dd-4160-a870-623ab5a6bd6e" providerId="ADAL" clId="{DFB9DF9F-1953-4018-8188-982DF5D6388B}" dt="2025-01-25T15:37:40.412" v="13916" actId="20577"/>
          <ac:spMkLst>
            <pc:docMk/>
            <pc:sldMk cId="3253069459" sldId="287"/>
            <ac:spMk id="2" creationId="{E2B5CCCD-F7AD-CD39-FA2D-C8557336A5CB}"/>
          </ac:spMkLst>
        </pc:spChg>
        <pc:spChg chg="mod">
          <ac:chgData name="SARA DI TELLA" userId="d042ac4b-29dd-4160-a870-623ab5a6bd6e" providerId="ADAL" clId="{DFB9DF9F-1953-4018-8188-982DF5D6388B}" dt="2025-02-04T19:40:31.819" v="16388" actId="403"/>
          <ac:spMkLst>
            <pc:docMk/>
            <pc:sldMk cId="3253069459" sldId="287"/>
            <ac:spMk id="5" creationId="{5B2299F5-657D-A98D-4AA0-FD996BEF39D8}"/>
          </ac:spMkLst>
        </pc:spChg>
      </pc:sldChg>
      <pc:sldChg chg="delSp modSp add del mod">
        <pc:chgData name="SARA DI TELLA" userId="d042ac4b-29dd-4160-a870-623ab5a6bd6e" providerId="ADAL" clId="{DFB9DF9F-1953-4018-8188-982DF5D6388B}" dt="2025-02-04T22:43:36.537" v="16399" actId="2696"/>
        <pc:sldMkLst>
          <pc:docMk/>
          <pc:sldMk cId="2320229778" sldId="288"/>
        </pc:sldMkLst>
        <pc:spChg chg="del mod">
          <ac:chgData name="SARA DI TELLA" userId="d042ac4b-29dd-4160-a870-623ab5a6bd6e" providerId="ADAL" clId="{DFB9DF9F-1953-4018-8188-982DF5D6388B}" dt="2025-02-04T22:43:31.342" v="16398"/>
          <ac:spMkLst>
            <pc:docMk/>
            <pc:sldMk cId="2320229778" sldId="288"/>
            <ac:spMk id="5" creationId="{2DD3BF4C-54F5-848B-A968-CCC158A7987A}"/>
          </ac:spMkLst>
        </pc:spChg>
      </pc:sldChg>
      <pc:sldChg chg="modSp add mod">
        <pc:chgData name="SARA DI TELLA" userId="d042ac4b-29dd-4160-a870-623ab5a6bd6e" providerId="ADAL" clId="{DFB9DF9F-1953-4018-8188-982DF5D6388B}" dt="2025-02-04T19:37:08.865" v="16371" actId="20577"/>
        <pc:sldMkLst>
          <pc:docMk/>
          <pc:sldMk cId="3826153878" sldId="289"/>
        </pc:sldMkLst>
        <pc:spChg chg="mod">
          <ac:chgData name="SARA DI TELLA" userId="d042ac4b-29dd-4160-a870-623ab5a6bd6e" providerId="ADAL" clId="{DFB9DF9F-1953-4018-8188-982DF5D6388B}" dt="2025-02-04T19:37:08.865" v="16371" actId="20577"/>
          <ac:spMkLst>
            <pc:docMk/>
            <pc:sldMk cId="3826153878" sldId="289"/>
            <ac:spMk id="3" creationId="{C1C67753-D90A-5E2E-B09B-F4381E29B62E}"/>
          </ac:spMkLst>
        </pc:spChg>
      </pc:sldChg>
      <pc:sldChg chg="addSp delSp modSp add mod">
        <pc:chgData name="SARA DI TELLA" userId="d042ac4b-29dd-4160-a870-623ab5a6bd6e" providerId="ADAL" clId="{DFB9DF9F-1953-4018-8188-982DF5D6388B}" dt="2025-02-04T20:09:30.324" v="16395" actId="27636"/>
        <pc:sldMkLst>
          <pc:docMk/>
          <pc:sldMk cId="3299111593" sldId="290"/>
        </pc:sldMkLst>
        <pc:spChg chg="mod">
          <ac:chgData name="SARA DI TELLA" userId="d042ac4b-29dd-4160-a870-623ab5a6bd6e" providerId="ADAL" clId="{DFB9DF9F-1953-4018-8188-982DF5D6388B}" dt="2025-02-04T20:09:30.324" v="16395" actId="27636"/>
          <ac:spMkLst>
            <pc:docMk/>
            <pc:sldMk cId="3299111593" sldId="290"/>
            <ac:spMk id="2" creationId="{02B864F7-29A9-305C-A2D5-DE7E3ABC119D}"/>
          </ac:spMkLst>
        </pc:spChg>
        <pc:picChg chg="del">
          <ac:chgData name="SARA DI TELLA" userId="d042ac4b-29dd-4160-a870-623ab5a6bd6e" providerId="ADAL" clId="{DFB9DF9F-1953-4018-8188-982DF5D6388B}" dt="2025-02-04T19:33:40.172" v="16329" actId="478"/>
          <ac:picMkLst>
            <pc:docMk/>
            <pc:sldMk cId="3299111593" sldId="290"/>
            <ac:picMk id="4" creationId="{2C0F3220-55AD-6AFC-3410-E49C4DECE910}"/>
          </ac:picMkLst>
        </pc:picChg>
        <pc:picChg chg="add mod">
          <ac:chgData name="SARA DI TELLA" userId="d042ac4b-29dd-4160-a870-623ab5a6bd6e" providerId="ADAL" clId="{DFB9DF9F-1953-4018-8188-982DF5D6388B}" dt="2025-02-04T19:34:41.310" v="16357" actId="1076"/>
          <ac:picMkLst>
            <pc:docMk/>
            <pc:sldMk cId="3299111593" sldId="290"/>
            <ac:picMk id="5" creationId="{498610D3-E20B-48B9-7010-F527A277E42B}"/>
          </ac:picMkLst>
        </pc:picChg>
      </pc:sldChg>
    </pc:docChg>
  </pc:docChgLst>
  <pc:docChgLst>
    <pc:chgData name="SARA DI TELLA" userId="d042ac4b-29dd-4160-a870-623ab5a6bd6e" providerId="ADAL" clId="{A3AB8492-E16A-CE47-99F8-9CD6A94AA64C}"/>
    <pc:docChg chg="modSld">
      <pc:chgData name="SARA DI TELLA" userId="d042ac4b-29dd-4160-a870-623ab5a6bd6e" providerId="ADAL" clId="{A3AB8492-E16A-CE47-99F8-9CD6A94AA64C}" dt="2025-01-21T06:19:06.984" v="52" actId="20577"/>
      <pc:docMkLst>
        <pc:docMk/>
      </pc:docMkLst>
      <pc:sldChg chg="modSp">
        <pc:chgData name="SARA DI TELLA" userId="d042ac4b-29dd-4160-a870-623ab5a6bd6e" providerId="ADAL" clId="{A3AB8492-E16A-CE47-99F8-9CD6A94AA64C}" dt="2025-01-21T06:19:06.984" v="52" actId="20577"/>
        <pc:sldMkLst>
          <pc:docMk/>
          <pc:sldMk cId="3104039311" sldId="273"/>
        </pc:sldMkLst>
        <pc:graphicFrameChg chg="modGraphic">
          <ac:chgData name="SARA DI TELLA" userId="d042ac4b-29dd-4160-a870-623ab5a6bd6e" providerId="ADAL" clId="{A3AB8492-E16A-CE47-99F8-9CD6A94AA64C}" dt="2025-01-21T06:19:06.984" v="52" actId="20577"/>
          <ac:graphicFrameMkLst>
            <pc:docMk/>
            <pc:sldMk cId="3104039311" sldId="273"/>
            <ac:graphicFrameMk id="6" creationId="{5599EB9C-D56A-E654-03A8-A3955AF4B722}"/>
          </ac:graphicFrameMkLst>
        </pc:graphicFrameChg>
      </pc:sldChg>
      <pc:sldChg chg="modSp">
        <pc:chgData name="SARA DI TELLA" userId="d042ac4b-29dd-4160-a870-623ab5a6bd6e" providerId="ADAL" clId="{A3AB8492-E16A-CE47-99F8-9CD6A94AA64C}" dt="2025-01-21T06:17:05.598" v="29" actId="20577"/>
        <pc:sldMkLst>
          <pc:docMk/>
          <pc:sldMk cId="3275806568" sldId="283"/>
        </pc:sldMkLst>
        <pc:graphicFrameChg chg="modGraphic">
          <ac:chgData name="SARA DI TELLA" userId="d042ac4b-29dd-4160-a870-623ab5a6bd6e" providerId="ADAL" clId="{A3AB8492-E16A-CE47-99F8-9CD6A94AA64C}" dt="2025-01-21T06:17:05.598" v="29" actId="20577"/>
          <ac:graphicFrameMkLst>
            <pc:docMk/>
            <pc:sldMk cId="3275806568" sldId="283"/>
            <ac:graphicFrameMk id="4" creationId="{27FC8EE2-75FD-1306-046C-42E6543E42C6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it-IT"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it-IT" sz="1200"/>
            </a:lvl1pPr>
          </a:lstStyle>
          <a:p>
            <a:fld id="{784AA43A-3F76-4A13-9CD6-36134EB429E3}" type="datetimeFigureOut">
              <a:rPr lang="it-IT"/>
              <a:t>10/02/2025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it-IT"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it-IT" sz="1200"/>
            </a:lvl1pPr>
          </a:lstStyle>
          <a:p>
            <a:fld id="{A850423A-8BCE-448E-A97B-03A88B2B12C1}" type="slidenum">
              <a:rPr lang="it-IT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it-IT"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it-IT" sz="1200"/>
            </a:lvl1pPr>
          </a:lstStyle>
          <a:p>
            <a:fld id="{5F674A4F-2B7A-4ECB-A400-260B2FFC03C1}" type="datetimeFigureOut">
              <a:t>10/02/2025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it-IT"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it-IT" sz="1200"/>
            </a:lvl1pPr>
          </a:lstStyle>
          <a:p>
            <a:fld id="{01F2A70B-78F2-4DCF-B53B-C990D2FAFB8A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6730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491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 latinLnBrk="0">
              <a:defRPr lang="it-IT" sz="5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 latinLnBrk="0">
              <a:spcBef>
                <a:spcPts val="0"/>
              </a:spcBef>
              <a:buNone/>
              <a:defRPr lang="it-IT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 latinLnBrk="0">
              <a:buNone/>
              <a:defRPr lang="it-IT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it-IT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it-IT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it-IT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it-IT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it-IT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it-IT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it-IT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grpSp>
        <p:nvGrpSpPr>
          <p:cNvPr id="256" name="linea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igura a mano libera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58" name="Figura a mano libera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59" name="Figura a mano libera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0" name="Figura a mano libera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1" name="Figura a mano libera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2" name="Figura a mano libera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3" name="Figura a mano libera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4" name="Figura a mano libera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5" name="Figura a mano libera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6" name="Figura a mano libera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7" name="Figura a mano libera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8" name="Figura a mano libera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9" name="Figura a mano libera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0" name="Figura a mano libera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1" name="Figura a mano libera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2" name="Figura a mano libera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3" name="Figura a mano libera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4" name="Figura a mano libera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5" name="Figura a mano libera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6" name="Figura a mano libera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7" name="Figura a mano libera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8" name="Figura a mano libera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9" name="Figura a mano libera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0" name="Figura a mano libera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1" name="Figura a mano libera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2" name="Figura a mano libera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3" name="Figura a mano libera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4" name="Figura a mano libera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5" name="Figura a mano libera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6" name="Figura a mano libera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7" name="Figura a mano libera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8" name="Figura a mano libera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9" name="Figura a mano libera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0" name="Figura a mano libera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1" name="Figura a mano libera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2" name="Figura a mano libera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3" name="Figura a mano libera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4" name="Figura a mano libera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5" name="Figura a mano libera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6" name="Figura a mano libera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7" name="Figura a mano libera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8" name="Figura a mano libera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9" name="Figura a mano libera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0" name="Figura a mano libera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1" name="Figura a mano libera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2" name="Figura a mano libera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3" name="Figura a mano libera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4" name="Figura a mano libera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5" name="Figura a mano libera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6" name="Figura a mano libera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7" name="Figura a mano libera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8" name="Figura a mano libera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9" name="Figura a mano libera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0" name="Figura a mano libera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1" name="Figura a mano libera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2" name="Figura a mano libera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3" name="Figura a mano libera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4" name="Figura a mano libera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5" name="Figura a mano libera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6" name="Figura a mano libera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7" name="Figura a mano libera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8" name="Figura a mano libera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9" name="Figura a mano libera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0" name="Figura a mano libera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1" name="Figura a mano libera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2" name="Figura a mano libera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3" name="Figura a mano libera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4" name="Figura a mano libera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5" name="Figura a mano libera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6" name="Figura a mano libera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7" name="Figura a mano libera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8" name="Figura a mano libera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9" name="Figura a mano libera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0" name="Figura a mano libera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1" name="Figura a mano libera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2" name="Figura a mano libera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3" name="Figura a mano libera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4" name="Figura a mano libera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5" name="Figura a mano libera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6" name="Figura a mano libera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7" name="Figura a mano libera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8" name="Figura a mano libera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9" name="Figura a mano libera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0" name="Figura a mano libera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1" name="Figura a mano libera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2" name="Figura a mano libera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3" name="Figura a mano libera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4" name="Figura a mano libera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5" name="Figura a mano libera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6" name="Figura a mano libera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7" name="Figura a mano libera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8" name="Figura a mano libera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9" name="Figura a mano libera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0" name="Figura a mano libera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1" name="Figura a mano libera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2" name="Figura a mano libera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3" name="Figura a mano libera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4" name="Figura a mano libera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5" name="Figura a mano libera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6" name="Figura a mano libera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7" name="Figura a mano libera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8" name="Figura a mano libera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9" name="Figura a mano libera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0" name="Figura a mano libera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1" name="Figura a mano libera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2" name="Figura a mano libera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3" name="Figura a mano libera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4" name="Figura a mano libera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5" name="Figura a mano libera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6" name="Figura a mano libera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7" name="Figura a mano libera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8" name="Figura a mano libera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9" name="Figura a mano libera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0" name="Figura a mano libera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1" name="Figura a mano libera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2" name="Figura a mano libera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3" name="Figura a mano libera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4" name="Figura a mano libera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5" name="Figura a mano libera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6" name="Figura a mano libera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7" name="Figura a mano libera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8" name="Figura a mano libera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9" name="Figura a mano libera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linea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igura a mano libera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9" name="Figura a mano libera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0" name="Figura a mano libera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1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2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3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4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5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6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7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8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9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0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1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2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3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4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5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6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7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8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9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0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1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2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3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4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5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6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7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8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9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0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1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2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3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4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5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6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7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8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9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0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1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2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3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4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5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6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7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8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9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0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1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2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3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4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5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6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7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8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9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0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1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2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3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4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5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6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7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8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9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40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41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 latinLnBrk="0">
              <a:defRPr lang="it-IT"/>
            </a:lvl2pPr>
            <a:lvl3pPr marL="777240" latinLnBrk="0">
              <a:defRPr lang="it-IT"/>
            </a:lvl3pPr>
            <a:lvl4pPr marL="1005840" latinLnBrk="0">
              <a:defRPr lang="it-IT"/>
            </a:lvl4pPr>
            <a:lvl5pPr marL="1234440" latinLnBrk="0">
              <a:defRPr lang="it-IT"/>
            </a:lvl5pPr>
            <a:lvl6pPr marL="1463040" latinLnBrk="0">
              <a:defRPr lang="it-IT" baseline="0"/>
            </a:lvl6pPr>
            <a:lvl7pPr marL="1691640" latinLnBrk="0">
              <a:defRPr lang="it-IT" baseline="0"/>
            </a:lvl7pPr>
            <a:lvl8pPr marL="1920240" latinLnBrk="0">
              <a:defRPr lang="it-IT" baseline="0"/>
            </a:lvl8pPr>
            <a:lvl9pPr marL="2148840" latinLnBrk="0">
              <a:defRPr lang="it-IT" baseline="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t>10/02/2025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linea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igura a mano libera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57" name="Figura a mano libera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58" name="Figura a mano libera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59" name="Figura a mano libera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0" name="Figura a mano libera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1" name="Figura a mano libera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2" name="Figura a mano libera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3" name="Figura a mano libera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4" name="Figura a mano libera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5" name="Figura a mano libera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6" name="Figura a mano libera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7" name="Figura a mano libera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8" name="Figura a mano libera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69" name="Figura a mano libera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0" name="Figura a mano libera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1" name="Figura a mano libera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2" name="Figura a mano libera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3" name="Figura a mano libera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4" name="Figura a mano libera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5" name="Figura a mano libera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6" name="Figura a mano libera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7" name="Figura a mano libera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8" name="Figura a mano libera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9" name="Figura a mano libera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0" name="Figura a mano libera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1" name="Figura a mano libera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2" name="Figura a mano libera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3" name="Figura a mano libera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4" name="Figura a mano libera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5" name="Figura a mano libera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6" name="Figura a mano libera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7" name="Figura a mano libera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8" name="Figura a mano libera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89" name="Figura a mano libera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0" name="Figura a mano libera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1" name="Figura a mano libera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2" name="Figura a mano libera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3" name="Figura a mano libera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4" name="Figura a mano libera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5" name="Figura a mano libera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6" name="Figura a mano libera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7" name="Figura a mano libera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8" name="Figura a mano libera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9" name="Figura a mano libera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0" name="Figura a mano libera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1" name="Figura a mano libera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2" name="Figura a mano libera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3" name="Figura a mano libera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4" name="Figura a mano libera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5" name="Figura a mano libera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6" name="Figura a mano libera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7" name="Figura a mano libera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8" name="Figura a mano libera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9" name="Figura a mano libera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0" name="Figura a mano libera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1" name="Figura a mano libera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2" name="Figura a mano libera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3" name="Figura a mano libera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4" name="Figura a mano libera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5" name="Figura a mano libera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6" name="Figura a mano libera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7" name="Figura a mano libera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8" name="Figura a mano libera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9" name="Figura a mano libera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0" name="Figura a mano libera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1" name="Figura a mano libera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2" name="Figura a mano libera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3" name="Figura a mano libera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4" name="Figura a mano libera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5" name="Figura a mano libera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6" name="Figura a mano libera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7" name="Figura a mano libera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8" name="Figura a mano libera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9" name="Figura a mano libera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0" name="Figura a mano libera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1" name="Figura a mano libera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2" name="Figura a mano libera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3" name="Figura a mano libera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4" name="Figura a mano libera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5" name="Figura a mano libera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6" name="Figura a mano libera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7" name="Figura a mano libera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8" name="Figura a mano libera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9" name="Figura a mano libera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0" name="Figura a mano libera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1" name="Figura a mano libera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2" name="Figura a mano libera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3" name="Figura a mano libera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4" name="Figura a mano libera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5" name="Figura a mano libera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6" name="Figura a mano libera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7" name="Figura a mano libera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8" name="Figura a mano libera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9" name="Figura a mano libera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0" name="Figura a mano libera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1" name="Figura a mano libera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2" name="Figura a mano libera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3" name="Figura a mano libera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4" name="Figura a mano libera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5" name="Figura a mano libera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6" name="Figura a mano libera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7" name="Figura a mano libera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8" name="Figura a mano libera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9" name="Figura a mano libera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0" name="Figura a mano libera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1" name="Figura a mano libera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2" name="Figura a mano libera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3" name="Figura a mano libera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4" name="Figura a mano libera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5" name="Figura a mano libera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6" name="Figura a mano libera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7" name="Figura a mano libera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8" name="Figura a mano libera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9" name="Figura a mano libera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0" name="Figura a mano libera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1" name="Figura a mano libera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2" name="Figura a mano libera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3" name="Figura a mano libera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4" name="Figura a mano libera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5" name="Figura a mano libera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6" name="Figura a mano libera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7" name="Figura a mano libera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8" name="Figura a mano libera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 latinLnBrk="0">
              <a:defRPr lang="it-IT" sz="4400" b="0" cap="none" baseline="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0"/>
              </a:spcBef>
              <a:buNone/>
              <a:defRPr lang="it-IT"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atinLnBrk="0">
              <a:buNone/>
              <a:defRPr lang="it-IT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it-IT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it-IT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it-IT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it-IT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it-IT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it-IT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it-IT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t>10/02/2025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linea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igura a mano libera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0" name="Figura a mano libera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1" name="Figura a mano libera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2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3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4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5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6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7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8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9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0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1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2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3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4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5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6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7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8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9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0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1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2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3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4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5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6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7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8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9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0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1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2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3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4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5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6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7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8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9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0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1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2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3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4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5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6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7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8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9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0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1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2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3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4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5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6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7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8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9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0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1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2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3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4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5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6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7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8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9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0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1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2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 latinLnBrk="0">
              <a:defRPr lang="it-IT" sz="2400"/>
            </a:lvl1pPr>
            <a:lvl2pPr latinLnBrk="0">
              <a:defRPr lang="it-IT" sz="2000"/>
            </a:lvl2pPr>
            <a:lvl3pPr latinLnBrk="0">
              <a:defRPr lang="it-IT" sz="1800"/>
            </a:lvl3pPr>
            <a:lvl4pPr latinLnBrk="0">
              <a:defRPr lang="it-IT" sz="1600"/>
            </a:lvl4pPr>
            <a:lvl5pPr latinLnBrk="0">
              <a:defRPr lang="it-IT" sz="1600"/>
            </a:lvl5pPr>
            <a:lvl6pPr marL="1956816" latinLnBrk="0">
              <a:defRPr lang="it-IT" sz="1600"/>
            </a:lvl6pPr>
            <a:lvl7pPr marL="1956816" latinLnBrk="0">
              <a:defRPr lang="it-IT" sz="1600" baseline="0"/>
            </a:lvl7pPr>
            <a:lvl8pPr marL="1956816" latinLnBrk="0">
              <a:defRPr lang="it-IT" sz="1600" baseline="0"/>
            </a:lvl8pPr>
            <a:lvl9pPr marL="1956816" latinLnBrk="0">
              <a:defRPr lang="it-IT" sz="1600" baseline="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 latinLnBrk="0">
              <a:defRPr lang="it-IT" sz="2400"/>
            </a:lvl1pPr>
            <a:lvl2pPr latinLnBrk="0">
              <a:defRPr lang="it-IT" sz="2000"/>
            </a:lvl2pPr>
            <a:lvl3pPr latinLnBrk="0">
              <a:defRPr lang="it-IT" sz="1800"/>
            </a:lvl3pPr>
            <a:lvl4pPr latinLnBrk="0">
              <a:defRPr lang="it-IT" sz="1600"/>
            </a:lvl4pPr>
            <a:lvl5pPr latinLnBrk="0">
              <a:defRPr lang="it-IT" sz="1600"/>
            </a:lvl5pPr>
            <a:lvl6pPr marL="1956816" latinLnBrk="0">
              <a:defRPr lang="it-IT" sz="1600"/>
            </a:lvl6pPr>
            <a:lvl7pPr marL="1956816" latinLnBrk="0">
              <a:defRPr lang="it-IT" sz="1600"/>
            </a:lvl7pPr>
            <a:lvl8pPr marL="1956816" latinLnBrk="0">
              <a:defRPr lang="it-IT" sz="1600" baseline="0"/>
            </a:lvl8pPr>
            <a:lvl9pPr marL="1956816" latinLnBrk="0">
              <a:defRPr lang="it-IT" sz="1600" baseline="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t>10/02/2025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linea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igura a mano libera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2" name="Figura a mano libera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3" name="Figura a mano libera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4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5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6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7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8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9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0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1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2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3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4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5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6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7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8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9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0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1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2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3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4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5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6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7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8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9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0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1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2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3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4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5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6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7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8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9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0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1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2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3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4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5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6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7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8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9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0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1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2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3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4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5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6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7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8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9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0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1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2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3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4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5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6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7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8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9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0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1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2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3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4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 latinLnBrk="0">
              <a:defRPr lang="it-IT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buNone/>
              <a:defRPr lang="it-IT" sz="2400" b="0"/>
            </a:lvl1pPr>
            <a:lvl2pPr marL="457200" indent="0" latinLnBrk="0">
              <a:buNone/>
              <a:defRPr lang="it-IT" sz="2000" b="1"/>
            </a:lvl2pPr>
            <a:lvl3pPr marL="914400" indent="0" latinLnBrk="0">
              <a:buNone/>
              <a:defRPr lang="it-IT" sz="1800" b="1"/>
            </a:lvl3pPr>
            <a:lvl4pPr marL="1371600" indent="0" latinLnBrk="0">
              <a:buNone/>
              <a:defRPr lang="it-IT" sz="1600" b="1"/>
            </a:lvl4pPr>
            <a:lvl5pPr marL="1828800" indent="0" latinLnBrk="0">
              <a:buNone/>
              <a:defRPr lang="it-IT" sz="1600" b="1"/>
            </a:lvl5pPr>
            <a:lvl6pPr marL="2286000" indent="0" latinLnBrk="0">
              <a:buNone/>
              <a:defRPr lang="it-IT" sz="1600" b="1"/>
            </a:lvl6pPr>
            <a:lvl7pPr marL="2743200" indent="0" latinLnBrk="0">
              <a:buNone/>
              <a:defRPr lang="it-IT" sz="1600" b="1"/>
            </a:lvl7pPr>
            <a:lvl8pPr marL="3200400" indent="0" latinLnBrk="0">
              <a:buNone/>
              <a:defRPr lang="it-IT" sz="1600" b="1"/>
            </a:lvl8pPr>
            <a:lvl9pPr marL="3657600" indent="0" latinLnBrk="0">
              <a:buNone/>
              <a:defRPr lang="it-IT"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 latinLnBrk="0">
              <a:defRPr lang="it-IT" sz="2400"/>
            </a:lvl1pPr>
            <a:lvl2pPr latinLnBrk="0">
              <a:defRPr lang="it-IT" sz="2000"/>
            </a:lvl2pPr>
            <a:lvl3pPr latinLnBrk="0">
              <a:defRPr lang="it-IT" sz="1800"/>
            </a:lvl3pPr>
            <a:lvl4pPr latinLnBrk="0">
              <a:defRPr lang="it-IT" sz="1600"/>
            </a:lvl4pPr>
            <a:lvl5pPr latinLnBrk="0">
              <a:defRPr lang="it-IT" sz="1600"/>
            </a:lvl5pPr>
            <a:lvl6pPr marL="1956816" latinLnBrk="0">
              <a:defRPr lang="it-IT" sz="1600"/>
            </a:lvl6pPr>
            <a:lvl7pPr marL="1956816" latinLnBrk="0">
              <a:defRPr lang="it-IT" sz="1600" baseline="0"/>
            </a:lvl7pPr>
            <a:lvl8pPr marL="1956816" latinLnBrk="0">
              <a:defRPr lang="it-IT" sz="1600" baseline="0"/>
            </a:lvl8pPr>
            <a:lvl9pPr marL="1956816" latinLnBrk="0">
              <a:defRPr lang="it-IT" sz="1600" baseline="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buNone/>
              <a:defRPr lang="it-IT" sz="2400" b="0"/>
            </a:lvl1pPr>
            <a:lvl2pPr marL="457200" indent="0" latinLnBrk="0">
              <a:buNone/>
              <a:defRPr lang="it-IT" sz="2000" b="1"/>
            </a:lvl2pPr>
            <a:lvl3pPr marL="914400" indent="0" latinLnBrk="0">
              <a:buNone/>
              <a:defRPr lang="it-IT" sz="1800" b="1"/>
            </a:lvl3pPr>
            <a:lvl4pPr marL="1371600" indent="0" latinLnBrk="0">
              <a:buNone/>
              <a:defRPr lang="it-IT" sz="1600" b="1"/>
            </a:lvl4pPr>
            <a:lvl5pPr marL="1828800" indent="0" latinLnBrk="0">
              <a:buNone/>
              <a:defRPr lang="it-IT" sz="1600" b="1"/>
            </a:lvl5pPr>
            <a:lvl6pPr marL="2286000" indent="0" latinLnBrk="0">
              <a:buNone/>
              <a:defRPr lang="it-IT" sz="1600" b="1"/>
            </a:lvl6pPr>
            <a:lvl7pPr marL="2743200" indent="0" latinLnBrk="0">
              <a:buNone/>
              <a:defRPr lang="it-IT" sz="1600" b="1"/>
            </a:lvl7pPr>
            <a:lvl8pPr marL="3200400" indent="0" latinLnBrk="0">
              <a:buNone/>
              <a:defRPr lang="it-IT" sz="1600" b="1"/>
            </a:lvl8pPr>
            <a:lvl9pPr marL="3657600" indent="0" latinLnBrk="0">
              <a:buNone/>
              <a:defRPr lang="it-IT"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 latinLnBrk="0">
              <a:defRPr lang="it-IT" sz="2400"/>
            </a:lvl1pPr>
            <a:lvl2pPr latinLnBrk="0">
              <a:defRPr lang="it-IT" sz="2000"/>
            </a:lvl2pPr>
            <a:lvl3pPr latinLnBrk="0">
              <a:defRPr lang="it-IT" sz="1800"/>
            </a:lvl3pPr>
            <a:lvl4pPr latinLnBrk="0">
              <a:defRPr lang="it-IT" sz="1600"/>
            </a:lvl4pPr>
            <a:lvl5pPr marL="1956816" latinLnBrk="0">
              <a:defRPr lang="it-IT" sz="1600"/>
            </a:lvl5pPr>
            <a:lvl6pPr marL="1956816" latinLnBrk="0">
              <a:defRPr lang="it-IT" sz="1600"/>
            </a:lvl6pPr>
            <a:lvl7pPr marL="1956816" latinLnBrk="0">
              <a:defRPr lang="it-IT" sz="1600"/>
            </a:lvl7pPr>
            <a:lvl8pPr marL="1956816" latinLnBrk="0">
              <a:defRPr lang="it-IT" sz="1600"/>
            </a:lvl8pPr>
            <a:lvl9pPr marL="1956816" latinLnBrk="0">
              <a:defRPr lang="it-IT"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t>10/02/2025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linea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igura a mano libera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58" name="Figura a mano libera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59" name="Figura a mano libera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0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1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2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3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4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5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6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7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8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9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0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1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2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3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4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5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6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7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8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9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0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1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2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3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4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5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6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7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8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9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0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1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2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3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4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5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6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7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8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9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0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1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2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3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4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5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6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7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8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9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0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1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2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3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4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5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6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7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8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9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0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1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2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3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4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5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6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7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8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9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0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t>10/02/2025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t>10/02/2025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cornice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uppo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uppo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igura a mano libera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5" name="Figura a mano libera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6" name="Figura a mano libera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7" name="Figura a mano libera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8" name="Figura a mano libera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9" name="Figura a mano libera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0" name="Figura a mano libera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1" name="Figura a mano libera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2" name="Figura a mano libera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3" name="Figura a mano libera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4" name="Figura a mano libera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5" name="Figura a mano libera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6" name="Figura a mano libera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7" name="Figura a mano libera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8" name="Figura a mano libera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9" name="Figura a mano libera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0" name="Figura a mano libera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1" name="Figura a mano libera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2" name="Figura a mano libera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3" name="Figura a mano libera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4" name="Figura a mano libera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5" name="Figura a mano libera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6" name="Figura a mano libera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7" name="Figura a mano libera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8" name="Figura a mano libera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9" name="Figura a mano libera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0" name="Figura a mano libera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1" name="Figura a mano libera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2" name="Figura a mano libera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3" name="Figura a mano libera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4" name="Figura a mano libera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5" name="Figura a mano libera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6" name="Figura a mano libera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7" name="Figura a mano libera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8" name="Figura a mano libera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9" name="Figura a mano libera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0" name="Figura a mano libera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1" name="Figura a mano libera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2" name="Figura a mano libera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3" name="Figura a mano libera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4" name="Figura a mano libera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5" name="Figura a mano libera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6" name="Figura a mano libera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7" name="Figura a mano libera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8" name="Figura a mano libera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9" name="Figura a mano libera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0" name="Figura a mano libera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1" name="Figura a mano libera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2" name="Figura a mano libera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3" name="Figura a mano libera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4" name="Figura a mano libera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5" name="Figura a mano libera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6" name="Figura a mano libera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7" name="Figura a mano libera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8" name="Figura a mano libera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9" name="Figura a mano libera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0" name="Figura a mano libera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1" name="Figura a mano libera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2" name="Figura a mano libera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3" name="Figura a mano libera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4" name="Figura a mano libera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5" name="Figura a mano libera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6" name="Figura a mano libera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7" name="Figura a mano libera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8" name="Figura a mano libera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9" name="Figura a mano libera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0" name="Figura a mano libera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1" name="Figura a mano libera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2" name="Figura a mano libera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3" name="Figura a mano libera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4" name="Figura a mano libera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5" name="Figura a mano libera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6" name="Figura a mano libera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7" name="Figura a mano libera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uppo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igura a mano libera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1" name="Figura a mano libera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2" name="Figura a mano libera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3" name="Figura a mano libera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4" name="Figura a mano libera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5" name="Figura a mano libera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6" name="Figura a mano libera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7" name="Figura a mano libera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8" name="Figura a mano libera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9" name="Figura a mano libera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0" name="Figura a mano libera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1" name="Figura a mano libera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2" name="Figura a mano libera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3" name="Figura a mano libera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4" name="Figura a mano libera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5" name="Figura a mano libera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6" name="Figura a mano libera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7" name="Figura a mano libera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8" name="Figura a mano libera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9" name="Figura a mano libera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0" name="Figura a mano libera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1" name="Figura a mano libera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2" name="Figura a mano libera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3" name="Figura a mano libera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4" name="Figura a mano libera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5" name="Figura a mano libera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6" name="Figura a mano libera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7" name="Figura a mano libera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8" name="Figura a mano libera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9" name="Figura a mano libera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0" name="Figura a mano libera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1" name="Figura a mano libera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2" name="Figura a mano libera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3" name="Figura a mano libera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4" name="Figura a mano libera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5" name="Figura a mano libera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6" name="Figura a mano libera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7" name="Figura a mano libera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8" name="Figura a mano libera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9" name="Figura a mano libera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0" name="Figura a mano libera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1" name="Figura a mano libera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2" name="Figura a mano libera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3" name="Figura a mano libera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4" name="Figura a mano libera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5" name="Figura a mano libera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6" name="Figura a mano libera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7" name="Figura a mano libera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8" name="Figura a mano libera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9" name="Figura a mano libera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0" name="Figura a mano libera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1" name="Figura a mano libera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2" name="Figura a mano libera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3" name="Figura a mano libera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4" name="Figura a mano libera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5" name="Figura a mano libera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6" name="Figura a mano libera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7" name="Figura a mano libera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8" name="Figura a mano libera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9" name="Figura a mano libera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0" name="Figura a mano libera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1" name="Figura a mano libera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2" name="Figura a mano libera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3" name="Figura a mano libera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4" name="Figura a mano libera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5" name="Figura a mano libera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6" name="Figura a mano libera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7" name="Figura a mano libera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8" name="Figura a mano libera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9" name="Figura a mano libera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0" name="Figura a mano libera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1" name="Figura a mano libera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2" name="Figura a mano libera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3" name="Figura a mano libera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uppo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uppo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igura a mano libera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5" name="Figura a mano libera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6" name="Figura a mano libera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7" name="Figura a mano libera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8" name="Figura a mano libera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9" name="Figura a mano libera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0" name="Figura a mano libera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1" name="Figura a mano libera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2" name="Figura a mano libera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3" name="Figura a mano libera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4" name="Figura a mano libera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5" name="Figura a mano libera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6" name="Figura a mano libera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7" name="Figura a mano libera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8" name="Figura a mano libera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9" name="Figura a mano libera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0" name="Figura a mano libera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1" name="Figura a mano libera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2" name="Figura a mano libera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3" name="Figura a mano libera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4" name="Figura a mano libera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5" name="Figura a mano libera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6" name="Figura a mano libera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7" name="Figura a mano libera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8" name="Figura a mano libera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9" name="Figura a mano libera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0" name="Figura a mano libera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1" name="Figura a mano libera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2" name="Figura a mano libera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3" name="Figura a mano libera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4" name="Figura a mano libera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5" name="Figura a mano libera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6" name="Figura a mano libera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7" name="Figura a mano libera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8" name="Figura a mano libera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9" name="Figura a mano libera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0" name="Figura a mano libera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1" name="Figura a mano libera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2" name="Figura a mano libera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3" name="Figura a mano libera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4" name="Figura a mano libera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5" name="Figura a mano libera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6" name="Figura a mano libera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7" name="Figura a mano libera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8" name="Figura a mano libera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9" name="Figura a mano libera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0" name="Figura a mano libera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1" name="Figura a mano libera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2" name="Figura a mano libera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3" name="Figura a mano libera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4" name="Figura a mano libera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5" name="Figura a mano libera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6" name="Figura a mano libera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7" name="Figura a mano libera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8" name="Figura a mano libera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9" name="Figura a mano libera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0" name="Figura a mano libera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1" name="Figura a mano libera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2" name="Figura a mano libera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3" name="Figura a mano libera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4" name="Figura a mano libera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5" name="Figura a mano libera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6" name="Figura a mano libera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7" name="Figura a mano libera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8" name="Figura a mano libera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9" name="Figura a mano libera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0" name="Figura a mano libera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1" name="Figura a mano libera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2" name="Figura a mano libera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3" name="Figura a mano libera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4" name="Figura a mano libera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5" name="Figura a mano libera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6" name="Figura a mano libera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7" name="Figura a mano libera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uppo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igura a mano libera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1" name="Figura a mano libera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2" name="Figura a mano libera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3" name="Figura a mano libera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4" name="Figura a mano libera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5" name="Figura a mano libera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6" name="Figura a mano libera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7" name="Figura a mano libera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8" name="Figura a mano libera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9" name="Figura a mano libera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0" name="Figura a mano libera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1" name="Figura a mano libera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2" name="Figura a mano libera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3" name="Figura a mano libera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4" name="Figura a mano libera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5" name="Figura a mano libera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6" name="Figura a mano libera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7" name="Figura a mano libera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8" name="Figura a mano libera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9" name="Figura a mano libera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0" name="Figura a mano libera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1" name="Figura a mano libera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2" name="Figura a mano libera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3" name="Figura a mano libera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4" name="Figura a mano libera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5" name="Figura a mano libera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6" name="Figura a mano libera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7" name="Figura a mano libera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8" name="Figura a mano libera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9" name="Figura a mano libera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0" name="Figura a mano libera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1" name="Figura a mano libera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2" name="Figura a mano libera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3" name="Figura a mano libera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4" name="Figura a mano libera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5" name="Figura a mano libera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6" name="Figura a mano libera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7" name="Figura a mano libera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8" name="Figura a mano libera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9" name="Figura a mano libera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0" name="Figura a mano libera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1" name="Figura a mano libera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2" name="Figura a mano libera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3" name="Figura a mano libera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4" name="Figura a mano libera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5" name="Figura a mano libera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6" name="Figura a mano libera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7" name="Figura a mano libera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8" name="Figura a mano libera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9" name="Figura a mano libera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0" name="Figura a mano libera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1" name="Figura a mano libera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2" name="Figura a mano libera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3" name="Figura a mano libera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4" name="Figura a mano libera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5" name="Figura a mano libera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6" name="Figura a mano libera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7" name="Figura a mano libera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8" name="Figura a mano libera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9" name="Figura a mano libera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0" name="Figura a mano libera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1" name="Figura a mano libera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2" name="Figura a mano libera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3" name="Figura a mano libera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4" name="Figura a mano libera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5" name="Figura a mano libera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6" name="Figura a mano libera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7" name="Figura a mano libera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8" name="Figura a mano libera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9" name="Figura a mano libera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0" name="Figura a mano libera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1" name="Figura a mano libera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2" name="Figura a mano libera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3" name="Figura a mano libera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 latinLnBrk="0">
              <a:defRPr lang="it-IT" sz="3200" b="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 latinLnBrk="0">
              <a:defRPr lang="it-IT" sz="2400"/>
            </a:lvl1pPr>
            <a:lvl2pPr latinLnBrk="0">
              <a:defRPr lang="it-IT" sz="2000"/>
            </a:lvl2pPr>
            <a:lvl3pPr latinLnBrk="0">
              <a:defRPr lang="it-IT" sz="1800"/>
            </a:lvl3pPr>
            <a:lvl4pPr latinLnBrk="0">
              <a:defRPr lang="it-IT" sz="1600"/>
            </a:lvl4pPr>
            <a:lvl5pPr latinLnBrk="0">
              <a:defRPr lang="it-IT" sz="1600"/>
            </a:lvl5pPr>
            <a:lvl6pPr latinLnBrk="0">
              <a:defRPr lang="it-IT" sz="1600"/>
            </a:lvl6pPr>
            <a:lvl7pPr latinLnBrk="0">
              <a:defRPr lang="it-IT" sz="1600" baseline="0"/>
            </a:lvl7pPr>
            <a:lvl8pPr latinLnBrk="0">
              <a:defRPr lang="it-IT" sz="1600" baseline="0"/>
            </a:lvl8pPr>
            <a:lvl9pPr latinLnBrk="0">
              <a:defRPr lang="it-IT" sz="1600" baseline="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it-IT" sz="1600"/>
            </a:lvl1pPr>
            <a:lvl2pPr marL="457200" indent="0" latinLnBrk="0">
              <a:buNone/>
              <a:defRPr lang="it-IT" sz="1200"/>
            </a:lvl2pPr>
            <a:lvl3pPr marL="914400" indent="0" latinLnBrk="0">
              <a:buNone/>
              <a:defRPr lang="it-IT" sz="1000"/>
            </a:lvl3pPr>
            <a:lvl4pPr marL="1371600" indent="0" latinLnBrk="0">
              <a:buNone/>
              <a:defRPr lang="it-IT" sz="900"/>
            </a:lvl4pPr>
            <a:lvl5pPr marL="1828800" indent="0" latinLnBrk="0">
              <a:buNone/>
              <a:defRPr lang="it-IT" sz="900"/>
            </a:lvl5pPr>
            <a:lvl6pPr marL="2286000" indent="0" latinLnBrk="0">
              <a:buNone/>
              <a:defRPr lang="it-IT" sz="900"/>
            </a:lvl6pPr>
            <a:lvl7pPr marL="2743200" indent="0" latinLnBrk="0">
              <a:buNone/>
              <a:defRPr lang="it-IT" sz="900"/>
            </a:lvl7pPr>
            <a:lvl8pPr marL="3200400" indent="0" latinLnBrk="0">
              <a:buNone/>
              <a:defRPr lang="it-IT" sz="900"/>
            </a:lvl8pPr>
            <a:lvl9pPr marL="3657600" indent="0" latinLnBrk="0">
              <a:buNone/>
              <a:defRPr lang="it-IT"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t>10/02/2025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cornice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uppo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uppo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igura a mano libera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4" name="Figura a mano libera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5" name="Figura a mano libera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6" name="Figura a mano libera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7" name="Figura a mano libera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8" name="Figura a mano libera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9" name="Figura a mano libera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0" name="Figura a mano libera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1" name="Figura a mano libera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2" name="Figura a mano libera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3" name="Figura a mano libera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4" name="Figura a mano libera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5" name="Figura a mano libera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6" name="Figura a mano libera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7" name="Figura a mano libera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8" name="Figura a mano libera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59" name="Figura a mano libera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0" name="Figura a mano libera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1" name="Figura a mano libera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2" name="Figura a mano libera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3" name="Figura a mano libera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4" name="Figura a mano libera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5" name="Figura a mano libera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6" name="Figura a mano libera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7" name="Figura a mano libera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8" name="Figura a mano libera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69" name="Figura a mano libera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0" name="Figura a mano libera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1" name="Figura a mano libera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2" name="Figura a mano libera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3" name="Figura a mano libera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4" name="Figura a mano libera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5" name="Figura a mano libera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6" name="Figura a mano libera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7" name="Figura a mano libera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8" name="Figura a mano libera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79" name="Figura a mano libera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0" name="Figura a mano libera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1" name="Figura a mano libera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2" name="Figura a mano libera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3" name="Figura a mano libera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4" name="Figura a mano libera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5" name="Figura a mano libera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6" name="Figura a mano libera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7" name="Figura a mano libera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8" name="Figura a mano libera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89" name="Figura a mano libera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0" name="Figura a mano libera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1" name="Figura a mano libera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2" name="Figura a mano libera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3" name="Figura a mano libera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4" name="Figura a mano libera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5" name="Figura a mano libera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6" name="Figura a mano libera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7" name="Figura a mano libera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8" name="Figura a mano libera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99" name="Figura a mano libera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0" name="Figura a mano libera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1" name="Figura a mano libera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2" name="Figura a mano libera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3" name="Figura a mano libera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4" name="Figura a mano libera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5" name="Figura a mano libera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6" name="Figura a mano libera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7" name="Figura a mano libera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8" name="Figura a mano libera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09" name="Figura a mano libera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0" name="Figura a mano libera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1" name="Figura a mano libera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2" name="Figura a mano libera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3" name="Figura a mano libera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4" name="Figura a mano libera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5" name="Figura a mano libera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916" name="Figura a mano libera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uppo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igura a mano libera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0" name="Figura a mano libera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1" name="Figura a mano libera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2" name="Figura a mano libera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3" name="Figura a mano libera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4" name="Figura a mano libera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5" name="Figura a mano libera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6" name="Figura a mano libera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7" name="Figura a mano libera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8" name="Figura a mano libera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79" name="Figura a mano libera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0" name="Figura a mano libera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1" name="Figura a mano libera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2" name="Figura a mano libera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3" name="Figura a mano libera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4" name="Figura a mano libera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5" name="Figura a mano libera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6" name="Figura a mano libera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7" name="Figura a mano libera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8" name="Figura a mano libera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89" name="Figura a mano libera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0" name="Figura a mano libera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1" name="Figura a mano libera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2" name="Figura a mano libera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3" name="Figura a mano libera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4" name="Figura a mano libera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5" name="Figura a mano libera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6" name="Figura a mano libera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7" name="Figura a mano libera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8" name="Figura a mano libera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99" name="Figura a mano libera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0" name="Figura a mano libera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1" name="Figura a mano libera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2" name="Figura a mano libera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3" name="Figura a mano libera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4" name="Figura a mano libera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5" name="Figura a mano libera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6" name="Figura a mano libera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7" name="Figura a mano libera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8" name="Figura a mano libera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09" name="Figura a mano libera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0" name="Figura a mano libera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1" name="Figura a mano libera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2" name="Figura a mano libera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3" name="Figura a mano libera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4" name="Figura a mano libera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5" name="Figura a mano libera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6" name="Figura a mano libera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7" name="Figura a mano libera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8" name="Figura a mano libera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19" name="Figura a mano libera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0" name="Figura a mano libera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1" name="Figura a mano libera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2" name="Figura a mano libera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3" name="Figura a mano libera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4" name="Figura a mano libera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5" name="Figura a mano libera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6" name="Figura a mano libera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7" name="Figura a mano libera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8" name="Figura a mano libera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29" name="Figura a mano libera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0" name="Figura a mano libera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1" name="Figura a mano libera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2" name="Figura a mano libera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3" name="Figura a mano libera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4" name="Figura a mano libera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5" name="Figura a mano libera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6" name="Figura a mano libera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7" name="Figura a mano libera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8" name="Figura a mano libera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39" name="Figura a mano libera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0" name="Figura a mano libera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1" name="Figura a mano libera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842" name="Figura a mano libera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uppo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uppo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igura a mano libera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4" name="Figura a mano libera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5" name="Figura a mano libera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6" name="Figura a mano libera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7" name="Figura a mano libera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8" name="Figura a mano libera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9" name="Figura a mano libera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0" name="Figura a mano libera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1" name="Figura a mano libera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2" name="Figura a mano libera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3" name="Figura a mano libera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4" name="Figura a mano libera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5" name="Figura a mano libera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6" name="Figura a mano libera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7" name="Figura a mano libera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8" name="Figura a mano libera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09" name="Figura a mano libera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0" name="Figura a mano libera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1" name="Figura a mano libera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2" name="Figura a mano libera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3" name="Figura a mano libera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4" name="Figura a mano libera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5" name="Figura a mano libera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6" name="Figura a mano libera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7" name="Figura a mano libera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8" name="Figura a mano libera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19" name="Figura a mano libera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0" name="Figura a mano libera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1" name="Figura a mano libera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2" name="Figura a mano libera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3" name="Figura a mano libera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4" name="Figura a mano libera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5" name="Figura a mano libera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6" name="Figura a mano libera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7" name="Figura a mano libera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8" name="Figura a mano libera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29" name="Figura a mano libera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0" name="Figura a mano libera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1" name="Figura a mano libera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2" name="Figura a mano libera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3" name="Figura a mano libera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4" name="Figura a mano libera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5" name="Figura a mano libera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6" name="Figura a mano libera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7" name="Figura a mano libera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8" name="Figura a mano libera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39" name="Figura a mano libera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0" name="Figura a mano libera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1" name="Figura a mano libera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2" name="Figura a mano libera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3" name="Figura a mano libera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4" name="Figura a mano libera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5" name="Figura a mano libera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6" name="Figura a mano libera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7" name="Figura a mano libera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8" name="Figura a mano libera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49" name="Figura a mano libera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0" name="Figura a mano libera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1" name="Figura a mano libera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2" name="Figura a mano libera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3" name="Figura a mano libera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4" name="Figura a mano libera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5" name="Figura a mano libera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6" name="Figura a mano libera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7" name="Figura a mano libera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8" name="Figura a mano libera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59" name="Figura a mano libera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0" name="Figura a mano libera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1" name="Figura a mano libera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2" name="Figura a mano libera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3" name="Figura a mano libera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4" name="Figura a mano libera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5" name="Figura a mano libera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766" name="Figura a mano libera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uppo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igura a mano libera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0" name="Figura a mano libera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1" name="Figura a mano libera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2" name="Figura a mano libera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3" name="Figura a mano libera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4" name="Figura a mano libera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5" name="Figura a mano libera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6" name="Figura a mano libera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7" name="Figura a mano libera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8" name="Figura a mano libera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29" name="Figura a mano libera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0" name="Figura a mano libera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1" name="Figura a mano libera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2" name="Figura a mano libera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3" name="Figura a mano libera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4" name="Figura a mano libera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5" name="Figura a mano libera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6" name="Figura a mano libera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7" name="Figura a mano libera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8" name="Figura a mano libera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39" name="Figura a mano libera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0" name="Figura a mano libera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1" name="Figura a mano libera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2" name="Figura a mano libera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3" name="Figura a mano libera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4" name="Figura a mano libera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5" name="Figura a mano libera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6" name="Figura a mano libera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7" name="Figura a mano libera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8" name="Figura a mano libera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49" name="Figura a mano libera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0" name="Figura a mano libera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1" name="Figura a mano libera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2" name="Figura a mano libera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3" name="Figura a mano libera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4" name="Figura a mano libera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5" name="Figura a mano libera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6" name="Figura a mano libera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7" name="Figura a mano libera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8" name="Figura a mano libera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59" name="Figura a mano libera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0" name="Figura a mano libera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1" name="Figura a mano libera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2" name="Figura a mano libera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3" name="Figura a mano libera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4" name="Figura a mano libera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5" name="Figura a mano libera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6" name="Figura a mano libera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7" name="Figura a mano libera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8" name="Figura a mano libera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69" name="Figura a mano libera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0" name="Figura a mano libera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1" name="Figura a mano libera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2" name="Figura a mano libera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3" name="Figura a mano libera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4" name="Figura a mano libera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5" name="Figura a mano libera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6" name="Figura a mano libera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7" name="Figura a mano libera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8" name="Figura a mano libera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79" name="Figura a mano libera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0" name="Figura a mano libera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1" name="Figura a mano libera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2" name="Figura a mano libera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3" name="Figura a mano libera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4" name="Figura a mano libera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5" name="Figura a mano libera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6" name="Figura a mano libera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7" name="Figura a mano libera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8" name="Figura a mano libera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89" name="Figura a mano libera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0" name="Figura a mano libera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1" name="Figura a mano libera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  <p:sp>
              <p:nvSpPr>
                <p:cNvPr id="692" name="Figura a mano libera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t-IT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 latinLnBrk="0">
              <a:defRPr lang="it-IT" sz="3200" b="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 latinLnBrk="0">
              <a:buNone/>
              <a:defRPr lang="it-IT" sz="2400"/>
            </a:lvl1pPr>
            <a:lvl2pPr marL="457200" indent="0" latinLnBrk="0">
              <a:buNone/>
              <a:defRPr lang="it-IT" sz="2800"/>
            </a:lvl2pPr>
            <a:lvl3pPr marL="914400" indent="0" latinLnBrk="0">
              <a:buNone/>
              <a:defRPr lang="it-IT" sz="2400"/>
            </a:lvl3pPr>
            <a:lvl4pPr marL="1371600" indent="0" latinLnBrk="0">
              <a:buNone/>
              <a:defRPr lang="it-IT" sz="2000"/>
            </a:lvl4pPr>
            <a:lvl5pPr marL="1828800" indent="0" latinLnBrk="0">
              <a:buNone/>
              <a:defRPr lang="it-IT" sz="2000"/>
            </a:lvl5pPr>
            <a:lvl6pPr marL="2286000" indent="0" latinLnBrk="0">
              <a:buNone/>
              <a:defRPr lang="it-IT" sz="2000"/>
            </a:lvl6pPr>
            <a:lvl7pPr marL="2743200" indent="0" latinLnBrk="0">
              <a:buNone/>
              <a:defRPr lang="it-IT" sz="2000"/>
            </a:lvl7pPr>
            <a:lvl8pPr marL="3200400" indent="0" latinLnBrk="0">
              <a:buNone/>
              <a:defRPr lang="it-IT" sz="2000"/>
            </a:lvl8pPr>
            <a:lvl9pPr marL="3657600" indent="0" latinLnBrk="0">
              <a:buNone/>
              <a:defRPr lang="it-IT" sz="2000"/>
            </a:lvl9pPr>
          </a:lstStyle>
          <a:p>
            <a:r>
              <a:rPr lang="it-IT"/>
              <a:t>Fare clic sull'icona per inserire un'immagine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it-IT" sz="1600"/>
            </a:lvl1pPr>
            <a:lvl2pPr marL="457200" indent="0" latinLnBrk="0">
              <a:buNone/>
              <a:defRPr lang="it-IT" sz="1200"/>
            </a:lvl2pPr>
            <a:lvl3pPr marL="914400" indent="0" latinLnBrk="0">
              <a:buNone/>
              <a:defRPr lang="it-IT" sz="1000"/>
            </a:lvl3pPr>
            <a:lvl4pPr marL="1371600" indent="0" latinLnBrk="0">
              <a:buNone/>
              <a:defRPr lang="it-IT" sz="900"/>
            </a:lvl4pPr>
            <a:lvl5pPr marL="1828800" indent="0" latinLnBrk="0">
              <a:buNone/>
              <a:defRPr lang="it-IT" sz="900"/>
            </a:lvl5pPr>
            <a:lvl6pPr marL="2286000" indent="0" latinLnBrk="0">
              <a:buNone/>
              <a:defRPr lang="it-IT" sz="900"/>
            </a:lvl6pPr>
            <a:lvl7pPr marL="2743200" indent="0" latinLnBrk="0">
              <a:buNone/>
              <a:defRPr lang="it-IT" sz="900"/>
            </a:lvl7pPr>
            <a:lvl8pPr marL="3200400" indent="0" latinLnBrk="0">
              <a:buNone/>
              <a:defRPr lang="it-IT" sz="900"/>
            </a:lvl8pPr>
            <a:lvl9pPr marL="3657600" indent="0" latinLnBrk="0">
              <a:buNone/>
              <a:defRPr lang="it-IT"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t>10/02/2025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a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igura a mano libera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9" name="Figura a mano libera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0" name="Figura a mano libera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1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2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3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4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5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4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5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6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7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8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9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0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1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2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3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4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5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6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7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8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9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0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1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2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3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4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5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6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7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8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9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0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1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2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3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4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5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6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7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8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9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0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1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2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3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4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5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6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7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8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9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0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1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2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3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4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5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6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7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8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9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80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81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 latinLnBrk="0">
              <a:defRPr lang="it-IT"/>
            </a:lvl5pPr>
            <a:lvl6pPr marL="1956816" latinLnBrk="0">
              <a:defRPr lang="it-IT"/>
            </a:lvl6pPr>
            <a:lvl7pPr marL="1956816" latinLnBrk="0">
              <a:defRPr lang="it-IT"/>
            </a:lvl7pPr>
            <a:lvl8pPr marL="1956816" latinLnBrk="0">
              <a:defRPr lang="it-IT"/>
            </a:lvl8pPr>
            <a:lvl9pPr marL="1956816" latinLnBrk="0">
              <a:defRPr lang="it-IT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t>10/02/2025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a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igura a mano libera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9" name="Figura a mano libera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0" name="Figura a mano libera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1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2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3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4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5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6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7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8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19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0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1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2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3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4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5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6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7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8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29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0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1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2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3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4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5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6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7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8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39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0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1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2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3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4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5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6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7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8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49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0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1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2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3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4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5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6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7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8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59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0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1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2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3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4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5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6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7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8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69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0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1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2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3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4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5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6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7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8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79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80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  <p:sp>
          <p:nvSpPr>
            <p:cNvPr id="81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>
                <a:ln>
                  <a:noFill/>
                </a:ln>
              </a:endParaRPr>
            </a:p>
          </p:txBody>
        </p:sp>
      </p:grpSp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 latinLnBrk="0">
              <a:defRPr lang="it-IT"/>
            </a:lvl5pPr>
            <a:lvl6pPr latinLnBrk="0">
              <a:defRPr lang="it-IT"/>
            </a:lvl6pPr>
            <a:lvl7pPr latinLnBrk="0">
              <a:defRPr lang="it-IT"/>
            </a:lvl7pPr>
            <a:lvl8pPr latinLnBrk="0">
              <a:defRPr lang="it-IT" baseline="0"/>
            </a:lvl8pPr>
            <a:lvl9pPr latinLnBrk="0">
              <a:defRPr lang="it-IT" baseline="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t>10/02/2025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it-IT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pPr/>
              <a:t>10/02/2025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it-IT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it-IT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it-IT"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lang="it-IT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lang="it-IT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lang="it-IT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lang="it-IT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lang="it-IT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lang="it-IT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lang="it-IT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lang="it-IT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6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6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413892" y="1916832"/>
            <a:ext cx="9144000" cy="2667000"/>
          </a:xfrm>
        </p:spPr>
        <p:txBody>
          <a:bodyPr/>
          <a:lstStyle/>
          <a:p>
            <a:r>
              <a:rPr lang="it-IT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</a:rPr>
              <a:t>PROGETTO DI BASI DI DATI</a:t>
            </a:r>
            <a:endParaRPr lang="it-I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it-I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SARA DI TELLA, matricola </a:t>
            </a:r>
            <a:r>
              <a:rPr lang="it-IT" sz="2000" b="0" i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F0502020204030204" pitchFamily="2" charset="0"/>
              </a:rPr>
              <a:t>0512120582</a:t>
            </a:r>
            <a:r>
              <a:rPr lang="it-IT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olo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b="1" i="0" dirty="0">
                <a:effectLst/>
                <a:latin typeface="Segoe UI" panose="020B0502040204020203" pitchFamily="34" charset="0"/>
              </a:rPr>
              <a:t>Gestione di una Scuola di Musica che offre certificazioni riconosciute </a:t>
            </a:r>
            <a:r>
              <a:rPr lang="it-IT" b="1">
                <a:latin typeface="Segoe UI" panose="020B0502040204020203" pitchFamily="34" charset="0"/>
              </a:rPr>
              <a:t>a livello </a:t>
            </a:r>
            <a:r>
              <a:rPr lang="it-IT" b="1" i="0">
                <a:effectLst/>
                <a:latin typeface="Segoe UI" panose="020B0502040204020203" pitchFamily="34" charset="0"/>
              </a:rPr>
              <a:t>internazionale</a:t>
            </a:r>
            <a:endParaRPr lang="it-IT" dirty="0"/>
          </a:p>
        </p:txBody>
      </p:sp>
      <p:sp>
        <p:nvSpPr>
          <p:cNvPr id="14" name="Segnaposto contenuto 13"/>
          <p:cNvSpPr>
            <a:spLocks noGrp="1"/>
          </p:cNvSpPr>
          <p:nvPr>
            <p:ph idx="1"/>
          </p:nvPr>
        </p:nvSpPr>
        <p:spPr>
          <a:xfrm>
            <a:off x="1125860" y="1844824"/>
            <a:ext cx="10297144" cy="42672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it-IT" sz="1600" b="0" i="0" dirty="0">
                <a:effectLst/>
                <a:latin typeface="Segoe UI" panose="020B0502040204020203" pitchFamily="34" charset="0"/>
              </a:rPr>
              <a:t>La scuola di musica certificatrice sviluppa un curriculum che copre vari livelli di competenza musicale, riconosciuti a livello internazionale. Gli esami includono performance dal vivo e prove teoriche per valutare conoscenze musicali specifiche. Durante l'iscrizione, il candidato sceglie il livello di esame appropriato in base alla propria preparazione e competenza musicale.</a:t>
            </a:r>
          </a:p>
          <a:p>
            <a:pPr marL="0" indent="0" algn="l">
              <a:buNone/>
            </a:pPr>
            <a:r>
              <a:rPr lang="it-IT" sz="1600" b="0" i="0" dirty="0">
                <a:effectLst/>
                <a:latin typeface="Segoe UI" panose="020B0502040204020203" pitchFamily="34" charset="0"/>
              </a:rPr>
              <a:t>Ci sono diverse categorie per le quali si può concorrere, tra cui pianoforte, chitarra, canto, flauto, violino, ensemble strumentale, storia della musica, pedagogia musicale, analisi e composizione di musica applicata alle immagini. I candidati provengono da diversi Paesi del mondo, pertanto i commissari vengono assegnati a uno o più Paesi, nei quali sono tenuti a valutare i candidati.</a:t>
            </a:r>
          </a:p>
          <a:p>
            <a:pPr marL="0" indent="0" algn="l">
              <a:buNone/>
            </a:pPr>
            <a:r>
              <a:rPr lang="it-IT" sz="1600" b="0" i="0" dirty="0">
                <a:effectLst/>
                <a:latin typeface="Segoe UI" panose="020B0502040204020203" pitchFamily="34" charset="0"/>
              </a:rPr>
              <a:t>Ogni esame è identificato da un codice univoco e può essere suddiviso in esami pratici e teorici. Gli esami pratici includono la valutazione di performance su strumenti specifici, mentre gli esami teorici valutano le conoscenze musicali generali. I risultati degli esami vengono registrati e, in caso di superamento, viene rilasciato un attestato di certificazione.</a:t>
            </a:r>
          </a:p>
          <a:p>
            <a:pPr marL="0" indent="0" algn="l">
              <a:buNone/>
            </a:pPr>
            <a:r>
              <a:rPr lang="it-IT" sz="1600" b="0" i="0" dirty="0">
                <a:effectLst/>
                <a:latin typeface="Segoe UI" panose="020B0502040204020203" pitchFamily="34" charset="0"/>
              </a:rPr>
              <a:t>La partecipazione agli esami è tracciata registrando ogni tentativo di esame di un candidato, inclusa la data e il risultato. Questo permette di mantenere una cronologia dettagliata di tutti i tentativi di esame di ciascun candidato.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8485F1-CE3F-58B5-F6F0-32FE8F441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3F68AE-0207-57E3-7ADE-20F56A466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1E075D-C08F-7AB9-5056-ED37A602A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8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 scuola di musica certificatrice sviluppa un curriculum che copre vari livelli di competenza musicale, riconosciuti a livello internazionale. Gli esami includono performance dal vivo e inerenti prove teoriche per valutare conoscenze musicali di base e abilità specifiche. Durante l'iscrizione, il candidato, assieme al proprio insegnante preparatore, sceglie il livello di esame appropriato in base alla propria preparazione e competenza musicale. Ci sono delle categorie per le quali si può concorrere (pianoforte, chitarra, canto, flauto, violino, strumental ensamble...). I candidati sono appartenenti a diversi Paesi del mondo, pertanto i commissari vengono assegnati a uno o più Paesi, nei quali sono tenuti a valutare i candidati. Le certificazioni si tengono una volta all'anno in diverse sedi internazionali (una per Paese).</a:t>
            </a: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DB60FB-F8BE-BB1B-0C52-9151384D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8" y="-171400"/>
            <a:ext cx="9143998" cy="1020762"/>
          </a:xfrm>
        </p:spPr>
        <p:txBody>
          <a:bodyPr anchor="b">
            <a:normAutofit/>
          </a:bodyPr>
          <a:lstStyle/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Schema E-R</a:t>
            </a:r>
          </a:p>
        </p:txBody>
      </p:sp>
      <p:pic>
        <p:nvPicPr>
          <p:cNvPr id="4" name="Immagine 3" descr="Immagine che contiene testo, diagramma, disegno, schizzo&#10;&#10;Descrizione generata automaticamente">
            <a:extLst>
              <a:ext uri="{FF2B5EF4-FFF2-40B4-BE49-F238E27FC236}">
                <a16:creationId xmlns:a16="http://schemas.microsoft.com/office/drawing/2014/main" id="{B81BD172-02F3-8329-F382-F3E2628D4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335" y="567702"/>
            <a:ext cx="9305032" cy="572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82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45020-00E4-52A3-BD00-7061F832F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B864F7-29A9-305C-A2D5-DE7E3ABC1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39" y="171223"/>
            <a:ext cx="9143998" cy="1020762"/>
          </a:xfrm>
        </p:spPr>
        <p:txBody>
          <a:bodyPr anchor="b">
            <a:normAutofit/>
          </a:bodyPr>
          <a:lstStyle/>
          <a:p>
            <a:r>
              <a:rPr lang="it-IT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Schema E-R:</a:t>
            </a:r>
            <a:br>
              <a:rPr lang="it-IT" sz="28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it-IT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Una reificazione</a:t>
            </a:r>
          </a:p>
        </p:txBody>
      </p:sp>
      <p:pic>
        <p:nvPicPr>
          <p:cNvPr id="5" name="Immagine 4" descr="Immagine che contiene testo, diagramma, origami, disegno&#10;&#10;Descrizione generata automaticamente">
            <a:extLst>
              <a:ext uri="{FF2B5EF4-FFF2-40B4-BE49-F238E27FC236}">
                <a16:creationId xmlns:a16="http://schemas.microsoft.com/office/drawing/2014/main" id="{498610D3-E20B-48B9-7010-F527A277E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754" y="1191985"/>
            <a:ext cx="8683315" cy="53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11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17A4-4C60-9C4E-30BD-B889CC2C4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39D7EB-8CB2-5FFC-F3FB-C753C8A5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Schema E-R: Business Rules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91C89B0-56A5-DFCA-5585-4D5A4580FF51}"/>
              </a:ext>
            </a:extLst>
          </p:cNvPr>
          <p:cNvSpPr txBox="1"/>
          <p:nvPr/>
        </p:nvSpPr>
        <p:spPr>
          <a:xfrm>
            <a:off x="333772" y="1741438"/>
            <a:ext cx="39604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it-IT" sz="2000" b="1" dirty="0"/>
              <a:t>Candidato: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Un candidato può tentare più volte lo stesso esame in date diverse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Un candidato può tentare più esami di diverse categorie </a:t>
            </a:r>
          </a:p>
          <a:p>
            <a:pPr>
              <a:lnSpc>
                <a:spcPct val="90000"/>
              </a:lnSpc>
            </a:pPr>
            <a:endParaRPr lang="it-IT" sz="2000" dirty="0"/>
          </a:p>
          <a:p>
            <a:pPr>
              <a:lnSpc>
                <a:spcPct val="90000"/>
              </a:lnSpc>
            </a:pPr>
            <a:r>
              <a:rPr lang="it-IT" sz="2000" b="1" dirty="0"/>
              <a:t>Prova: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Una prova  ha una data e si riferisce all’esame di un candidato esistente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Una prova deve registrare il risultato ottenuto dal candidato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it-IT" sz="20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EB4D5C4-48B0-E38B-DFC2-DDF11D7AB077}"/>
              </a:ext>
            </a:extLst>
          </p:cNvPr>
          <p:cNvSpPr txBox="1"/>
          <p:nvPr/>
        </p:nvSpPr>
        <p:spPr>
          <a:xfrm>
            <a:off x="4942284" y="1432385"/>
            <a:ext cx="6912769" cy="513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it-IT" sz="2000" dirty="0"/>
          </a:p>
          <a:p>
            <a:pPr>
              <a:lnSpc>
                <a:spcPct val="90000"/>
              </a:lnSpc>
            </a:pPr>
            <a:r>
              <a:rPr lang="it-IT" sz="2000" b="1" dirty="0"/>
              <a:t>Esame: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Ogni esame deve avere una data  valida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Un esame pratico deve avere un attributo strumento e una durata performance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Un esame teorico deve avere un tempo limite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Ogni esame deve avere un commissario assegnato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it-IT" sz="2000" dirty="0"/>
          </a:p>
          <a:p>
            <a:pPr>
              <a:lnSpc>
                <a:spcPct val="90000"/>
              </a:lnSpc>
            </a:pPr>
            <a:r>
              <a:rPr lang="it-IT" sz="2000" b="1" dirty="0"/>
              <a:t>Commissario: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Un commissario può valutare più esami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Ogni commissario deve avere almeno un paese assegnato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it-IT" sz="2000" dirty="0"/>
          </a:p>
          <a:p>
            <a:pPr>
              <a:lnSpc>
                <a:spcPct val="90000"/>
              </a:lnSpc>
            </a:pPr>
            <a:endParaRPr lang="it-IT" sz="2000" dirty="0"/>
          </a:p>
          <a:p>
            <a:pPr>
              <a:lnSpc>
                <a:spcPct val="90000"/>
              </a:lnSpc>
            </a:pPr>
            <a:r>
              <a:rPr lang="it-IT" sz="2000" b="1" dirty="0"/>
              <a:t>Attestato di certificazione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Ogni esame deve rilasciare un solo attestato di certificazione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L’attestato di certificazione deve includere un risultato e commenti </a:t>
            </a:r>
          </a:p>
          <a:p>
            <a:pPr>
              <a:lnSpc>
                <a:spcPct val="90000"/>
              </a:lnSpc>
            </a:pP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4226925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64DC-9C86-2405-2F95-9461ADAFB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C301CE-8683-519B-7B37-606C37FD2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Schema E-R: Business Rules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4D4A933-1F5F-A56E-DD6E-8CDD0945478A}"/>
              </a:ext>
            </a:extLst>
          </p:cNvPr>
          <p:cNvSpPr txBox="1"/>
          <p:nvPr/>
        </p:nvSpPr>
        <p:spPr>
          <a:xfrm>
            <a:off x="668558" y="1700808"/>
            <a:ext cx="10009112" cy="4852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600" b="1" i="0" dirty="0">
                <a:effectLst/>
                <a:latin typeface="Segoe UI" panose="020B0502040204020203" pitchFamily="34" charset="0"/>
              </a:rPr>
              <a:t>Tentativo</a:t>
            </a:r>
            <a:endParaRPr lang="it-IT" sz="1600" b="0" i="0" dirty="0">
              <a:effectLst/>
              <a:latin typeface="Segoe UI" panose="020B0502040204020203" pitchFamily="34" charset="0"/>
            </a:endParaRPr>
          </a:p>
          <a:p>
            <a:pPr marL="742950" lvl="1" indent="-285750"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it-IT" sz="1600" b="0" i="0" dirty="0">
                <a:effectLst/>
                <a:latin typeface="Segoe UI" panose="020B0502040204020203" pitchFamily="34" charset="0"/>
              </a:rPr>
              <a:t>Un candidato non può iscriversi alla stessa categoria di esame nella stessa data.</a:t>
            </a:r>
          </a:p>
          <a:p>
            <a:pPr marL="1143000" lvl="2" indent="-228600"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it-IT" sz="1600" b="1" i="0" dirty="0">
                <a:effectLst/>
                <a:latin typeface="Segoe UI" panose="020B0502040204020203" pitchFamily="34" charset="0"/>
              </a:rPr>
              <a:t>Regola</a:t>
            </a:r>
            <a:r>
              <a:rPr lang="it-IT" sz="1600" b="0" i="0" dirty="0">
                <a:effectLst/>
                <a:latin typeface="Segoe UI" panose="020B0502040204020203" pitchFamily="34" charset="0"/>
              </a:rPr>
              <a:t>: Un candidato può avere una sola prova per categoria di esame in una data specifica.</a:t>
            </a:r>
          </a:p>
          <a:p>
            <a:pPr algn="l"/>
            <a:r>
              <a:rPr lang="it-IT" sz="1600" b="1" i="0" dirty="0">
                <a:effectLst/>
                <a:latin typeface="Segoe UI" panose="020B0502040204020203" pitchFamily="34" charset="0"/>
              </a:rPr>
              <a:t>Valutazione</a:t>
            </a:r>
            <a:endParaRPr lang="it-IT" sz="1600" b="0" i="0" dirty="0">
              <a:effectLst/>
              <a:latin typeface="Segoe UI" panose="020B0502040204020203" pitchFamily="34" charset="0"/>
            </a:endParaRPr>
          </a:p>
          <a:p>
            <a:pPr marL="742950" lvl="1" indent="-285750"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it-IT" sz="1600" b="0" i="0" dirty="0">
                <a:effectLst/>
                <a:latin typeface="Segoe UI" panose="020B0502040204020203" pitchFamily="34" charset="0"/>
              </a:rPr>
              <a:t>La relazione tra esame e commissario deve includere una data di valutazione valida.</a:t>
            </a:r>
          </a:p>
          <a:p>
            <a:pPr marL="1143000" lvl="2" indent="-228600"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it-IT" sz="1600" b="1" i="0" dirty="0">
                <a:effectLst/>
                <a:latin typeface="Segoe UI" panose="020B0502040204020203" pitchFamily="34" charset="0"/>
              </a:rPr>
              <a:t>Regola</a:t>
            </a:r>
            <a:r>
              <a:rPr lang="it-IT" sz="1600" b="0" i="0" dirty="0">
                <a:effectLst/>
                <a:latin typeface="Segoe UI" panose="020B0502040204020203" pitchFamily="34" charset="0"/>
              </a:rPr>
              <a:t>: Ogni valutazione deve avere una data di valutazione valida.</a:t>
            </a:r>
          </a:p>
          <a:p>
            <a:pPr marL="1143000" lvl="2" indent="-228600"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it-IT" sz="1600" b="1" i="0" dirty="0">
                <a:effectLst/>
                <a:latin typeface="Segoe UI" panose="020B0502040204020203" pitchFamily="34" charset="0"/>
              </a:rPr>
              <a:t>Regola</a:t>
            </a:r>
            <a:r>
              <a:rPr lang="it-IT" sz="1600" b="0" i="0" dirty="0">
                <a:effectLst/>
                <a:latin typeface="Segoe UI" panose="020B0502040204020203" pitchFamily="34" charset="0"/>
              </a:rPr>
              <a:t>: Un commissario può valutare più esami.</a:t>
            </a:r>
          </a:p>
          <a:p>
            <a:pPr marL="1143000" lvl="2" indent="-228600"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it-IT" sz="1600" b="1" i="0" dirty="0">
                <a:effectLst/>
                <a:latin typeface="Segoe UI" panose="020B0502040204020203" pitchFamily="34" charset="0"/>
              </a:rPr>
              <a:t>Regola</a:t>
            </a:r>
            <a:r>
              <a:rPr lang="it-IT" sz="1600" b="0" i="0" dirty="0">
                <a:effectLst/>
                <a:latin typeface="Segoe UI" panose="020B0502040204020203" pitchFamily="34" charset="0"/>
              </a:rPr>
              <a:t>: Ogni esame può essere valutato da più commissari.</a:t>
            </a:r>
          </a:p>
          <a:p>
            <a:pPr algn="l"/>
            <a:r>
              <a:rPr lang="it-IT" sz="1600" b="1" i="0" dirty="0">
                <a:effectLst/>
                <a:latin typeface="Segoe UI" panose="020B0502040204020203" pitchFamily="34" charset="0"/>
              </a:rPr>
              <a:t>Rilascio Certificazione</a:t>
            </a:r>
            <a:endParaRPr lang="it-IT" sz="1600" b="0" i="0" dirty="0">
              <a:effectLst/>
              <a:latin typeface="Segoe UI" panose="020B0502040204020203" pitchFamily="34" charset="0"/>
            </a:endParaRPr>
          </a:p>
          <a:p>
            <a:pPr marL="742950" lvl="1" indent="-285750"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it-IT" sz="1600" b="0" i="0" dirty="0">
                <a:effectLst/>
                <a:latin typeface="Segoe UI" panose="020B0502040204020203" pitchFamily="34" charset="0"/>
              </a:rPr>
              <a:t>La relazione tra esame e attestato di certificazione deve essere 1:1.</a:t>
            </a:r>
          </a:p>
          <a:p>
            <a:pPr marL="1143000" lvl="2" indent="-228600"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it-IT" sz="1600" b="1" i="0" dirty="0">
                <a:effectLst/>
                <a:latin typeface="Segoe UI" panose="020B0502040204020203" pitchFamily="34" charset="0"/>
              </a:rPr>
              <a:t>Regola</a:t>
            </a:r>
            <a:r>
              <a:rPr lang="it-IT" sz="1600" b="0" i="0" dirty="0">
                <a:effectLst/>
                <a:latin typeface="Segoe UI" panose="020B0502040204020203" pitchFamily="34" charset="0"/>
              </a:rPr>
              <a:t>: Ogni esame può rilasciare un solo attestato di certificazione.</a:t>
            </a:r>
          </a:p>
          <a:p>
            <a:pPr marL="1143000" lvl="2" indent="-228600"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it-IT" sz="1600" b="1" i="0" dirty="0">
                <a:effectLst/>
                <a:latin typeface="Segoe UI" panose="020B0502040204020203" pitchFamily="34" charset="0"/>
              </a:rPr>
              <a:t>Regola</a:t>
            </a:r>
            <a:r>
              <a:rPr lang="it-IT" sz="1600" b="0" i="0" dirty="0">
                <a:effectLst/>
                <a:latin typeface="Segoe UI" panose="020B0502040204020203" pitchFamily="34" charset="0"/>
              </a:rPr>
              <a:t>: Ogni attestato di certificazione deve essere associato a un solo esame.</a:t>
            </a:r>
          </a:p>
        </p:txBody>
      </p:sp>
    </p:spTree>
    <p:extLst>
      <p:ext uri="{BB962C8B-B14F-4D97-AF65-F5344CB8AC3E}">
        <p14:creationId xmlns:p14="http://schemas.microsoft.com/office/powerpoint/2010/main" val="64994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58653-FB8E-B340-A1F1-3D7E5C6C1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93B4F3-4628-7A28-A039-6DE506BC9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Schema E-R: Business Rules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1C67753-D90A-5E2E-B09B-F4381E29B62E}"/>
              </a:ext>
            </a:extLst>
          </p:cNvPr>
          <p:cNvSpPr txBox="1"/>
          <p:nvPr/>
        </p:nvSpPr>
        <p:spPr>
          <a:xfrm>
            <a:off x="333772" y="1741438"/>
            <a:ext cx="100091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600" b="1" i="0" dirty="0">
                <a:effectLst/>
                <a:latin typeface="Segoe UI" panose="020B0502040204020203" pitchFamily="34" charset="0"/>
              </a:rPr>
              <a:t>Partecipazione</a:t>
            </a:r>
            <a:endParaRPr lang="it-IT" sz="1600" b="0" i="0" dirty="0">
              <a:effectLst/>
              <a:latin typeface="Segoe UI" panose="020B0502040204020203" pitchFamily="34" charset="0"/>
            </a:endParaRPr>
          </a:p>
          <a:p>
            <a:pPr marL="742950" lvl="1" indent="-285750"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it-IT" sz="1600" b="0" i="0" dirty="0">
                <a:effectLst/>
                <a:latin typeface="Segoe UI" panose="020B0502040204020203" pitchFamily="34" charset="0"/>
              </a:rPr>
              <a:t>Un candidato può partecipare a più prove.</a:t>
            </a:r>
          </a:p>
          <a:p>
            <a:pPr marL="1143000" lvl="2" indent="-228600"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it-IT" sz="1600" b="1" i="0" dirty="0">
                <a:effectLst/>
                <a:latin typeface="Segoe UI" panose="020B0502040204020203" pitchFamily="34" charset="0"/>
              </a:rPr>
              <a:t>Regola</a:t>
            </a:r>
            <a:r>
              <a:rPr lang="it-IT" sz="1600" b="0" i="0" dirty="0">
                <a:effectLst/>
                <a:latin typeface="Segoe UI" panose="020B0502040204020203" pitchFamily="34" charset="0"/>
              </a:rPr>
              <a:t>: Ogni prova deve essere associata a un solo candidato.</a:t>
            </a:r>
          </a:p>
          <a:p>
            <a:pPr marL="1143000" lvl="2" indent="-228600"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it-IT" sz="1600" b="1" i="0" dirty="0">
                <a:effectLst/>
                <a:latin typeface="Segoe UI" panose="020B0502040204020203" pitchFamily="34" charset="0"/>
              </a:rPr>
              <a:t>Regola</a:t>
            </a:r>
            <a:r>
              <a:rPr lang="it-IT" sz="1600" b="0" i="0" dirty="0">
                <a:effectLst/>
                <a:latin typeface="Segoe UI" panose="020B0502040204020203" pitchFamily="34" charset="0"/>
              </a:rPr>
              <a:t>: Ogni prova deve essere associata a un solo esame.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3826153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BCC6-3C07-01BA-A047-48E7B29F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B74F74-E65F-F09B-5A3F-5611DB42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Schema E-R: Regole di Derivazione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3EE970B-1DD6-F616-FC8C-BF7062A8CF20}"/>
              </a:ext>
            </a:extLst>
          </p:cNvPr>
          <p:cNvSpPr txBox="1"/>
          <p:nvPr/>
        </p:nvSpPr>
        <p:spPr>
          <a:xfrm>
            <a:off x="261764" y="1570976"/>
            <a:ext cx="12097344" cy="2363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it-IT" sz="2000" b="1" dirty="0"/>
              <a:t>Esame: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Il numero di candidati iscritti ad un esame è dato dalla relazione partecipazione, contando i candidati associati ad un determinato esame attraverso questa relazione*</a:t>
            </a:r>
          </a:p>
          <a:p>
            <a:pPr>
              <a:lnSpc>
                <a:spcPct val="90000"/>
              </a:lnSpc>
            </a:pPr>
            <a:endParaRPr lang="it-IT" sz="2000" dirty="0"/>
          </a:p>
          <a:p>
            <a:pPr>
              <a:lnSpc>
                <a:spcPct val="90000"/>
              </a:lnSpc>
            </a:pPr>
            <a:r>
              <a:rPr lang="it-IT" sz="2000" dirty="0"/>
              <a:t>*Per il monitoraggio delle iscrizioni in tempo reale a ciascun esame (spazi, strumenti, personale necessario per gestire il numero di candidati, capire gli esami più popolari che hanno bisogno di sessioni aggiuntive)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it-IT" sz="2000" dirty="0"/>
          </a:p>
          <a:p>
            <a:pPr>
              <a:lnSpc>
                <a:spcPct val="90000"/>
              </a:lnSpc>
            </a:pP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28508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1078" y="332656"/>
            <a:ext cx="9143998" cy="1020762"/>
          </a:xfrm>
        </p:spPr>
        <p:txBody>
          <a:bodyPr/>
          <a:lstStyle/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Dizionario delle entità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693CACEA-07BB-7C3A-9DFF-E49851EDC4D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81315298"/>
              </p:ext>
            </p:extLst>
          </p:nvPr>
        </p:nvGraphicFramePr>
        <p:xfrm>
          <a:off x="171078" y="1636420"/>
          <a:ext cx="11904190" cy="464033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963763">
                  <a:extLst>
                    <a:ext uri="{9D8B030D-6E8A-4147-A177-3AD203B41FA5}">
                      <a16:colId xmlns:a16="http://schemas.microsoft.com/office/drawing/2014/main" val="2510731762"/>
                    </a:ext>
                  </a:extLst>
                </a:gridCol>
                <a:gridCol w="2963763">
                  <a:extLst>
                    <a:ext uri="{9D8B030D-6E8A-4147-A177-3AD203B41FA5}">
                      <a16:colId xmlns:a16="http://schemas.microsoft.com/office/drawing/2014/main" val="485108561"/>
                    </a:ext>
                  </a:extLst>
                </a:gridCol>
                <a:gridCol w="2963763">
                  <a:extLst>
                    <a:ext uri="{9D8B030D-6E8A-4147-A177-3AD203B41FA5}">
                      <a16:colId xmlns:a16="http://schemas.microsoft.com/office/drawing/2014/main" val="1372006080"/>
                    </a:ext>
                  </a:extLst>
                </a:gridCol>
                <a:gridCol w="3012901">
                  <a:extLst>
                    <a:ext uri="{9D8B030D-6E8A-4147-A177-3AD203B41FA5}">
                      <a16:colId xmlns:a16="http://schemas.microsoft.com/office/drawing/2014/main" val="3698220805"/>
                    </a:ext>
                  </a:extLst>
                </a:gridCol>
              </a:tblGrid>
              <a:tr h="395409"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Entità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Attributi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Identificatore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123475"/>
                  </a:ext>
                </a:extLst>
              </a:tr>
              <a:tr h="1265309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CANDIDATO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Un candidato di una certificazione nella scuola di musica certificatrice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 Candidato, Nome, Cognome,</a:t>
                      </a:r>
                      <a:r>
                        <a:rPr lang="it-IT" sz="1600" baseline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it-IT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E-mail, Data di nascita, Indirizzo (Città, CAP, Via)</a:t>
                      </a:r>
                      <a:endParaRPr lang="it-IT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 Candidato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066266"/>
                  </a:ext>
                </a:extLst>
              </a:tr>
              <a:tr h="1028063"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Una prova d’esame per valutare le conoscenze musicali (teoriche o pratiche a seconda della categoria)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 Esame, Livello, Data esame, Numero candidati iscritti (derivabile), Nome esame</a:t>
                      </a:r>
                      <a:endParaRPr lang="it-IT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 Esame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893865"/>
                  </a:ext>
                </a:extLst>
              </a:tr>
              <a:tr h="1028063"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ESAME PRATICO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Un esame che prevede l’utilizzo di uno strumento musicale con una certa durata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 Esame, Livello, Data esame, Nome esame, Strumento,</a:t>
                      </a:r>
                      <a:r>
                        <a:rPr lang="it-IT" sz="1600" baseline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D</a:t>
                      </a:r>
                      <a:r>
                        <a:rPr lang="it-IT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urata performance</a:t>
                      </a:r>
                      <a:endParaRPr lang="it-IT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 Esame</a:t>
                      </a:r>
                    </a:p>
                    <a:p>
                      <a:endParaRPr lang="it-IT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516837"/>
                  </a:ext>
                </a:extLst>
              </a:tr>
              <a:tr h="430587"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ESAME TEORICO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Un esame teorico che mira a valutare le conoscenze musicali teoriche del candidato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 Esame, Livello,  Data esame, Nome esame, Tempo limite</a:t>
                      </a:r>
                      <a:endParaRPr lang="it-IT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 Esame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49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3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069B-5F50-159C-33F4-C42FECBB0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F67CDB-E15E-3240-4182-6B8564D9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78" y="332656"/>
            <a:ext cx="9143998" cy="1020762"/>
          </a:xfrm>
        </p:spPr>
        <p:txBody>
          <a:bodyPr/>
          <a:lstStyle/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Dizionario delle entità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27FC8EE2-75FD-1306-046C-42E6543E42C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12418542"/>
              </p:ext>
            </p:extLst>
          </p:nvPr>
        </p:nvGraphicFramePr>
        <p:xfrm>
          <a:off x="171078" y="1700808"/>
          <a:ext cx="11855052" cy="44500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963763">
                  <a:extLst>
                    <a:ext uri="{9D8B030D-6E8A-4147-A177-3AD203B41FA5}">
                      <a16:colId xmlns:a16="http://schemas.microsoft.com/office/drawing/2014/main" val="2510731762"/>
                    </a:ext>
                  </a:extLst>
                </a:gridCol>
                <a:gridCol w="2963763">
                  <a:extLst>
                    <a:ext uri="{9D8B030D-6E8A-4147-A177-3AD203B41FA5}">
                      <a16:colId xmlns:a16="http://schemas.microsoft.com/office/drawing/2014/main" val="485108561"/>
                    </a:ext>
                  </a:extLst>
                </a:gridCol>
                <a:gridCol w="2963763">
                  <a:extLst>
                    <a:ext uri="{9D8B030D-6E8A-4147-A177-3AD203B41FA5}">
                      <a16:colId xmlns:a16="http://schemas.microsoft.com/office/drawing/2014/main" val="1372006080"/>
                    </a:ext>
                  </a:extLst>
                </a:gridCol>
                <a:gridCol w="2963763">
                  <a:extLst>
                    <a:ext uri="{9D8B030D-6E8A-4147-A177-3AD203B41FA5}">
                      <a16:colId xmlns:a16="http://schemas.microsoft.com/office/drawing/2014/main" val="3698220805"/>
                    </a:ext>
                  </a:extLst>
                </a:gridCol>
              </a:tblGrid>
              <a:tr h="136494"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Entità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Attributi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Identificatore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123475"/>
                  </a:ext>
                </a:extLst>
              </a:tr>
              <a:tr h="496534">
                <a:tc>
                  <a:txBody>
                    <a:bodyPr/>
                    <a:lstStyle/>
                    <a:p>
                      <a:r>
                        <a:rPr lang="it-IT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ATTESTATO DI CERTIFICAZIONE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Un attestato di certificazione rilasciato dalla scuola di musica certificatrice al termine dell'esame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Data rilascio, Risultato (Punteggio, Commenti), Descrizione</a:t>
                      </a:r>
                      <a:endParaRPr lang="it-IT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Data Rilascio, ID Esame (Identificatore esterno)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699608"/>
                  </a:ext>
                </a:extLst>
              </a:tr>
              <a:tr h="496534"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Una prova d’esame di un candidato in una determinata data tra quelle in cui si tengono gli esami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Data, Risultato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Data, ID Esame, ID Candidato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339884"/>
                  </a:ext>
                </a:extLst>
              </a:tr>
              <a:tr h="496534">
                <a:tc>
                  <a:txBody>
                    <a:bodyPr/>
                    <a:lstStyle/>
                    <a:p>
                      <a:r>
                        <a:rPr lang="it-IT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COMMISSARIO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Un commissario atto a certificare le conoscenze del candidato durante le 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 Commissario, Nome, Cognome, E-mail, Numero paesi assegnati (multivalore), Numero esami valutati (derivabile)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ID Commissario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496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8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546EE-F446-E3D2-9364-6B082A64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E2C82C-8463-4643-5C70-32F8D5241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Dizionario delle relazioni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AEF4DBB2-4611-F6D9-5EE3-DF0EAA16605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53856650"/>
              </p:ext>
            </p:extLst>
          </p:nvPr>
        </p:nvGraphicFramePr>
        <p:xfrm>
          <a:off x="117748" y="1632402"/>
          <a:ext cx="11953328" cy="410778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988332">
                  <a:extLst>
                    <a:ext uri="{9D8B030D-6E8A-4147-A177-3AD203B41FA5}">
                      <a16:colId xmlns:a16="http://schemas.microsoft.com/office/drawing/2014/main" val="2510731762"/>
                    </a:ext>
                  </a:extLst>
                </a:gridCol>
                <a:gridCol w="2988332">
                  <a:extLst>
                    <a:ext uri="{9D8B030D-6E8A-4147-A177-3AD203B41FA5}">
                      <a16:colId xmlns:a16="http://schemas.microsoft.com/office/drawing/2014/main" val="485108561"/>
                    </a:ext>
                  </a:extLst>
                </a:gridCol>
                <a:gridCol w="2988332">
                  <a:extLst>
                    <a:ext uri="{9D8B030D-6E8A-4147-A177-3AD203B41FA5}">
                      <a16:colId xmlns:a16="http://schemas.microsoft.com/office/drawing/2014/main" val="1372006080"/>
                    </a:ext>
                  </a:extLst>
                </a:gridCol>
                <a:gridCol w="2988332">
                  <a:extLst>
                    <a:ext uri="{9D8B030D-6E8A-4147-A177-3AD203B41FA5}">
                      <a16:colId xmlns:a16="http://schemas.microsoft.com/office/drawing/2014/main" val="3698220805"/>
                    </a:ext>
                  </a:extLst>
                </a:gridCol>
              </a:tblGrid>
              <a:tr h="776652"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Relazione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Descrizione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Entità coinvolte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Attributi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123475"/>
                  </a:ext>
                </a:extLst>
              </a:tr>
              <a:tr h="776652">
                <a:tc>
                  <a:txBody>
                    <a:bodyPr/>
                    <a:lstStyle/>
                    <a:p>
                      <a:r>
                        <a:rPr lang="it-IT"/>
                        <a:t>TENTATIVO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Relazione tra candidato e prova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Candidato (1, N) </a:t>
                      </a:r>
                    </a:p>
                    <a:p>
                      <a:r>
                        <a:rPr lang="it-IT"/>
                        <a:t>Prova (1, 1)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066266"/>
                  </a:ext>
                </a:extLst>
              </a:tr>
              <a:tr h="776652">
                <a:tc>
                  <a:txBody>
                    <a:bodyPr/>
                    <a:lstStyle/>
                    <a:p>
                      <a:r>
                        <a:rPr lang="it-IT" dirty="0"/>
                        <a:t>PARTECIPAZIONE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Relazione tra prova ed esame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Prova (1, 1)</a:t>
                      </a:r>
                    </a:p>
                    <a:p>
                      <a:r>
                        <a:rPr lang="it-IT" dirty="0"/>
                        <a:t>Esame (1,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42012"/>
                  </a:ext>
                </a:extLst>
              </a:tr>
              <a:tr h="776652">
                <a:tc>
                  <a:txBody>
                    <a:bodyPr/>
                    <a:lstStyle/>
                    <a:p>
                      <a:r>
                        <a:rPr lang="it-IT" dirty="0"/>
                        <a:t>VALUTAZIONE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Relazione tra esame e commissario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Esame (1,1)</a:t>
                      </a:r>
                    </a:p>
                    <a:p>
                      <a:r>
                        <a:rPr lang="it-IT" baseline="0"/>
                        <a:t>C</a:t>
                      </a:r>
                      <a:r>
                        <a:rPr lang="it-IT"/>
                        <a:t>ommissario (1, N)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Data di valutazione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893865"/>
                  </a:ext>
                </a:extLst>
              </a:tr>
              <a:tr h="1001179">
                <a:tc>
                  <a:txBody>
                    <a:bodyPr/>
                    <a:lstStyle/>
                    <a:p>
                      <a:r>
                        <a:rPr lang="it-IT" dirty="0"/>
                        <a:t>RILASCIO CERTIFICAZIONE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Relazione tra attestato di certificazione e candidato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Candidato (1,1) </a:t>
                      </a:r>
                    </a:p>
                    <a:p>
                      <a:r>
                        <a:rPr lang="it-IT"/>
                        <a:t>Attestato di certificazione (1,N)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516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367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F023C-45A6-4FF4-0D7F-3DC246748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7AD0C3-CA7D-2487-1C2D-792B2EA74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Tavola dei volumi</a:t>
            </a:r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034ABD2C-59BD-BBDF-22ED-EC2BE60B33D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69793790"/>
              </p:ext>
            </p:extLst>
          </p:nvPr>
        </p:nvGraphicFramePr>
        <p:xfrm>
          <a:off x="1053852" y="1628800"/>
          <a:ext cx="10297143" cy="42767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32381">
                  <a:extLst>
                    <a:ext uri="{9D8B030D-6E8A-4147-A177-3AD203B41FA5}">
                      <a16:colId xmlns:a16="http://schemas.microsoft.com/office/drawing/2014/main" val="1804423093"/>
                    </a:ext>
                  </a:extLst>
                </a:gridCol>
                <a:gridCol w="3432381">
                  <a:extLst>
                    <a:ext uri="{9D8B030D-6E8A-4147-A177-3AD203B41FA5}">
                      <a16:colId xmlns:a16="http://schemas.microsoft.com/office/drawing/2014/main" val="1635205282"/>
                    </a:ext>
                  </a:extLst>
                </a:gridCol>
                <a:gridCol w="3432381">
                  <a:extLst>
                    <a:ext uri="{9D8B030D-6E8A-4147-A177-3AD203B41FA5}">
                      <a16:colId xmlns:a16="http://schemas.microsoft.com/office/drawing/2014/main" val="4097806755"/>
                    </a:ext>
                  </a:extLst>
                </a:gridCol>
              </a:tblGrid>
              <a:tr h="534596"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Concetto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164708"/>
                  </a:ext>
                </a:extLst>
              </a:tr>
              <a:tr h="534596">
                <a:tc>
                  <a:txBody>
                    <a:bodyPr/>
                    <a:lstStyle/>
                    <a:p>
                      <a:r>
                        <a:rPr lang="it-IT" sz="1600" dirty="0"/>
                        <a:t>CANDIDATO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605855"/>
                  </a:ext>
                </a:extLst>
              </a:tr>
              <a:tr h="534596">
                <a:tc>
                  <a:txBody>
                    <a:bodyPr/>
                    <a:lstStyle/>
                    <a:p>
                      <a:r>
                        <a:rPr lang="it-IT" sz="1600" dirty="0"/>
                        <a:t>PROVA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1098"/>
                  </a:ext>
                </a:extLst>
              </a:tr>
              <a:tr h="534596">
                <a:tc>
                  <a:txBody>
                    <a:bodyPr/>
                    <a:lstStyle/>
                    <a:p>
                      <a:r>
                        <a:rPr lang="it-IT" sz="1600" dirty="0"/>
                        <a:t>ESAME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784794"/>
                  </a:ext>
                </a:extLst>
              </a:tr>
              <a:tr h="534596">
                <a:tc>
                  <a:txBody>
                    <a:bodyPr/>
                    <a:lstStyle/>
                    <a:p>
                      <a:r>
                        <a:rPr lang="it-IT" sz="1600" dirty="0"/>
                        <a:t>ESAME PRATICO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223165"/>
                  </a:ext>
                </a:extLst>
              </a:tr>
              <a:tr h="534596">
                <a:tc>
                  <a:txBody>
                    <a:bodyPr/>
                    <a:lstStyle/>
                    <a:p>
                      <a:r>
                        <a:rPr lang="it-IT" sz="1600" dirty="0"/>
                        <a:t>ESAME TEORICO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072694"/>
                  </a:ext>
                </a:extLst>
              </a:tr>
              <a:tr h="534596">
                <a:tc>
                  <a:txBody>
                    <a:bodyPr/>
                    <a:lstStyle/>
                    <a:p>
                      <a:r>
                        <a:rPr lang="it-IT" sz="1600" dirty="0"/>
                        <a:t>COMMISSARIO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372826"/>
                  </a:ext>
                </a:extLst>
              </a:tr>
              <a:tr h="534596">
                <a:tc>
                  <a:txBody>
                    <a:bodyPr/>
                    <a:lstStyle/>
                    <a:p>
                      <a:r>
                        <a:rPr lang="it-IT" sz="1600" dirty="0"/>
                        <a:t>ATTESTATO DI CERTIFICAZIONE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856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790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1BFA0-9907-F152-8AAC-EA772680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9B784F-4B52-07D2-D30D-CA4FB823B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404664"/>
            <a:ext cx="9143998" cy="1020762"/>
          </a:xfrm>
        </p:spPr>
        <p:txBody>
          <a:bodyPr/>
          <a:lstStyle/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Tavola dei volumi</a:t>
            </a:r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658CEBA7-F46F-9271-E6E7-E3AFA83D3F2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37211203"/>
              </p:ext>
            </p:extLst>
          </p:nvPr>
        </p:nvGraphicFramePr>
        <p:xfrm>
          <a:off x="1053852" y="1628800"/>
          <a:ext cx="10297143" cy="26729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32381">
                  <a:extLst>
                    <a:ext uri="{9D8B030D-6E8A-4147-A177-3AD203B41FA5}">
                      <a16:colId xmlns:a16="http://schemas.microsoft.com/office/drawing/2014/main" val="1804423093"/>
                    </a:ext>
                  </a:extLst>
                </a:gridCol>
                <a:gridCol w="3432381">
                  <a:extLst>
                    <a:ext uri="{9D8B030D-6E8A-4147-A177-3AD203B41FA5}">
                      <a16:colId xmlns:a16="http://schemas.microsoft.com/office/drawing/2014/main" val="1635205282"/>
                    </a:ext>
                  </a:extLst>
                </a:gridCol>
                <a:gridCol w="3432381">
                  <a:extLst>
                    <a:ext uri="{9D8B030D-6E8A-4147-A177-3AD203B41FA5}">
                      <a16:colId xmlns:a16="http://schemas.microsoft.com/office/drawing/2014/main" val="4097806755"/>
                    </a:ext>
                  </a:extLst>
                </a:gridCol>
              </a:tblGrid>
              <a:tr h="534596"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Concetto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164708"/>
                  </a:ext>
                </a:extLst>
              </a:tr>
              <a:tr h="534596">
                <a:tc>
                  <a:txBody>
                    <a:bodyPr/>
                    <a:lstStyle/>
                    <a:p>
                      <a:r>
                        <a:rPr lang="it-IT" sz="1600" dirty="0"/>
                        <a:t>PARTECIPAZIONE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6000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605855"/>
                  </a:ext>
                </a:extLst>
              </a:tr>
              <a:tr h="534596">
                <a:tc>
                  <a:txBody>
                    <a:bodyPr/>
                    <a:lstStyle/>
                    <a:p>
                      <a:r>
                        <a:rPr lang="it-IT" sz="1600" dirty="0"/>
                        <a:t>TENTATIVO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311141"/>
                  </a:ext>
                </a:extLst>
              </a:tr>
              <a:tr h="534596">
                <a:tc>
                  <a:txBody>
                    <a:bodyPr/>
                    <a:lstStyle/>
                    <a:p>
                      <a:r>
                        <a:rPr lang="it-IT" sz="1600" dirty="0"/>
                        <a:t>VALUTAZIONE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679643"/>
                  </a:ext>
                </a:extLst>
              </a:tr>
              <a:tr h="534596">
                <a:tc>
                  <a:txBody>
                    <a:bodyPr/>
                    <a:lstStyle/>
                    <a:p>
                      <a:r>
                        <a:rPr lang="it-IT" sz="1600" dirty="0"/>
                        <a:t>RILASCIO ATTESTATO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223165"/>
                  </a:ext>
                </a:extLst>
              </a:tr>
            </a:tbl>
          </a:graphicData>
        </a:graphic>
      </p:graphicFrame>
      <p:sp>
        <p:nvSpPr>
          <p:cNvPr id="3" name="Titolo 1">
            <a:extLst>
              <a:ext uri="{FF2B5EF4-FFF2-40B4-BE49-F238E27FC236}">
                <a16:creationId xmlns:a16="http://schemas.microsoft.com/office/drawing/2014/main" id="{57C3700C-24A8-3AB6-A9BF-7E61BEFD6598}"/>
              </a:ext>
            </a:extLst>
          </p:cNvPr>
          <p:cNvSpPr txBox="1">
            <a:spLocks/>
          </p:cNvSpPr>
          <p:nvPr/>
        </p:nvSpPr>
        <p:spPr>
          <a:xfrm>
            <a:off x="1522413" y="4424462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Tavola delle operazioni</a:t>
            </a:r>
          </a:p>
        </p:txBody>
      </p:sp>
      <p:graphicFrame>
        <p:nvGraphicFramePr>
          <p:cNvPr id="4" name="Segnaposto contenuto 5">
            <a:extLst>
              <a:ext uri="{FF2B5EF4-FFF2-40B4-BE49-F238E27FC236}">
                <a16:creationId xmlns:a16="http://schemas.microsoft.com/office/drawing/2014/main" id="{4E84AA62-D951-291F-2C0E-C3177184E8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2399543"/>
              </p:ext>
            </p:extLst>
          </p:nvPr>
        </p:nvGraphicFramePr>
        <p:xfrm>
          <a:off x="1053852" y="5386073"/>
          <a:ext cx="10081119" cy="122812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360373">
                  <a:extLst>
                    <a:ext uri="{9D8B030D-6E8A-4147-A177-3AD203B41FA5}">
                      <a16:colId xmlns:a16="http://schemas.microsoft.com/office/drawing/2014/main" val="1804423093"/>
                    </a:ext>
                  </a:extLst>
                </a:gridCol>
                <a:gridCol w="3360373">
                  <a:extLst>
                    <a:ext uri="{9D8B030D-6E8A-4147-A177-3AD203B41FA5}">
                      <a16:colId xmlns:a16="http://schemas.microsoft.com/office/drawing/2014/main" val="1635205282"/>
                    </a:ext>
                  </a:extLst>
                </a:gridCol>
                <a:gridCol w="3360373">
                  <a:extLst>
                    <a:ext uri="{9D8B030D-6E8A-4147-A177-3AD203B41FA5}">
                      <a16:colId xmlns:a16="http://schemas.microsoft.com/office/drawing/2014/main" val="4097806755"/>
                    </a:ext>
                  </a:extLst>
                </a:gridCol>
              </a:tblGrid>
              <a:tr h="588041"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Operazione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Frequenza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164708"/>
                  </a:ext>
                </a:extLst>
              </a:tr>
              <a:tr h="588041">
                <a:tc>
                  <a:txBody>
                    <a:bodyPr/>
                    <a:lstStyle/>
                    <a:p>
                      <a:r>
                        <a:rPr lang="it-IT" dirty="0"/>
                        <a:t>ISCRIVI UN CANDIDATO AD UN ESAME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 volte al giorno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605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8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62FC4-7413-9D2F-2815-69FD0EFD5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BFB9FE-2925-AD8E-56D0-C9D515F98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349" y="89972"/>
            <a:ext cx="9143998" cy="1020762"/>
          </a:xfrm>
        </p:spPr>
        <p:txBody>
          <a:bodyPr>
            <a:normAutofit/>
          </a:bodyPr>
          <a:lstStyle/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Tavola degli accessi</a:t>
            </a:r>
            <a:b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Operazione: Iscrivi un candidato ad un esame</a:t>
            </a:r>
          </a:p>
        </p:txBody>
      </p:sp>
      <p:graphicFrame>
        <p:nvGraphicFramePr>
          <p:cNvPr id="4" name="Segnaposto contenuto 5">
            <a:extLst>
              <a:ext uri="{FF2B5EF4-FFF2-40B4-BE49-F238E27FC236}">
                <a16:creationId xmlns:a16="http://schemas.microsoft.com/office/drawing/2014/main" id="{C573F44B-0D5A-DAB4-1462-7DD47570BB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2287195"/>
              </p:ext>
            </p:extLst>
          </p:nvPr>
        </p:nvGraphicFramePr>
        <p:xfrm>
          <a:off x="5950396" y="1623618"/>
          <a:ext cx="5832649" cy="231897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417557">
                  <a:extLst>
                    <a:ext uri="{9D8B030D-6E8A-4147-A177-3AD203B41FA5}">
                      <a16:colId xmlns:a16="http://schemas.microsoft.com/office/drawing/2014/main" val="1804423093"/>
                    </a:ext>
                  </a:extLst>
                </a:gridCol>
                <a:gridCol w="1417557">
                  <a:extLst>
                    <a:ext uri="{9D8B030D-6E8A-4147-A177-3AD203B41FA5}">
                      <a16:colId xmlns:a16="http://schemas.microsoft.com/office/drawing/2014/main" val="1635205282"/>
                    </a:ext>
                  </a:extLst>
                </a:gridCol>
                <a:gridCol w="1276381">
                  <a:extLst>
                    <a:ext uri="{9D8B030D-6E8A-4147-A177-3AD203B41FA5}">
                      <a16:colId xmlns:a16="http://schemas.microsoft.com/office/drawing/2014/main" val="4097806755"/>
                    </a:ext>
                  </a:extLst>
                </a:gridCol>
                <a:gridCol w="1721154">
                  <a:extLst>
                    <a:ext uri="{9D8B030D-6E8A-4147-A177-3AD203B41FA5}">
                      <a16:colId xmlns:a16="http://schemas.microsoft.com/office/drawing/2014/main" val="2619133375"/>
                    </a:ext>
                  </a:extLst>
                </a:gridCol>
              </a:tblGrid>
              <a:tr h="296179"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Concetti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Costrutti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Accessi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Tipo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164708"/>
                  </a:ext>
                </a:extLst>
              </a:tr>
              <a:tr h="310296">
                <a:tc>
                  <a:txBody>
                    <a:bodyPr/>
                    <a:lstStyle/>
                    <a:p>
                      <a:r>
                        <a:rPr lang="it-IT" sz="1200" dirty="0"/>
                        <a:t>CANDIDATO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605855"/>
                  </a:ext>
                </a:extLst>
              </a:tr>
              <a:tr h="310296">
                <a:tc>
                  <a:txBody>
                    <a:bodyPr/>
                    <a:lstStyle/>
                    <a:p>
                      <a:r>
                        <a:rPr lang="it-IT" sz="1200" dirty="0"/>
                        <a:t>PARTECIPAZIONE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L</a:t>
                      </a:r>
                      <a:endParaRPr lang="it-IT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679643"/>
                  </a:ext>
                </a:extLst>
              </a:tr>
              <a:tr h="310296">
                <a:tc>
                  <a:txBody>
                    <a:bodyPr/>
                    <a:lstStyle/>
                    <a:p>
                      <a:r>
                        <a:rPr lang="it-IT" sz="1200"/>
                        <a:t>PARTRCIPAZIONE 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R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S</a:t>
                      </a:r>
                      <a:endParaRPr lang="it-IT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784794"/>
                  </a:ext>
                </a:extLst>
              </a:tr>
              <a:tr h="310296">
                <a:tc>
                  <a:txBody>
                    <a:bodyPr/>
                    <a:lstStyle/>
                    <a:p>
                      <a:r>
                        <a:rPr lang="it-IT" sz="1200" dirty="0"/>
                        <a:t>PROVA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06190"/>
                  </a:ext>
                </a:extLst>
              </a:tr>
              <a:tr h="310296">
                <a:tc>
                  <a:txBody>
                    <a:bodyPr/>
                    <a:lstStyle/>
                    <a:p>
                      <a:r>
                        <a:rPr lang="it-IT" sz="1200" dirty="0"/>
                        <a:t>TENTATIVO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438945"/>
                  </a:ext>
                </a:extLst>
              </a:tr>
              <a:tr h="310296">
                <a:tc>
                  <a:txBody>
                    <a:bodyPr/>
                    <a:lstStyle/>
                    <a:p>
                      <a:r>
                        <a:rPr lang="it-IT" sz="1200" dirty="0"/>
                        <a:t>ESAME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069437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9DBADF9E-919D-4512-4CBE-92BC09D127DA}"/>
              </a:ext>
            </a:extLst>
          </p:cNvPr>
          <p:cNvSpPr txBox="1"/>
          <p:nvPr/>
        </p:nvSpPr>
        <p:spPr>
          <a:xfrm>
            <a:off x="1053863" y="1191638"/>
            <a:ext cx="3821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Segoe UI" panose="020B0502040204020203" pitchFamily="34" charset="0"/>
                <a:cs typeface="Segoe UI" panose="020B0502040204020203" pitchFamily="34" charset="0"/>
              </a:rPr>
              <a:t>Tavola degli accessi con ridondanza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0393236-CF3E-3B96-59C2-513D3072AD5F}"/>
              </a:ext>
            </a:extLst>
          </p:cNvPr>
          <p:cNvSpPr txBox="1"/>
          <p:nvPr/>
        </p:nvSpPr>
        <p:spPr>
          <a:xfrm>
            <a:off x="6454452" y="1191638"/>
            <a:ext cx="4046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Segoe UI" panose="020B0502040204020203" pitchFamily="34" charset="0"/>
                <a:cs typeface="Segoe UI" panose="020B0502040204020203" pitchFamily="34" charset="0"/>
              </a:rPr>
              <a:t>Tavola degli accessi senza ridondanza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AF1F3C2-161B-9A62-177F-C2940831830A}"/>
              </a:ext>
            </a:extLst>
          </p:cNvPr>
          <p:cNvSpPr txBox="1"/>
          <p:nvPr/>
        </p:nvSpPr>
        <p:spPr>
          <a:xfrm>
            <a:off x="57349" y="4720095"/>
            <a:ext cx="12230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Dalla prima tavola degli accessi con ridondanza  si valuta che il costo dell’operazione 1 è:       </a:t>
            </a:r>
          </a:p>
          <a:p>
            <a:r>
              <a:rPr lang="it-IT" dirty="0"/>
              <a:t>1 L + 1 L + 1 S (= 2 L ) + 1 L + 1 L + 1 L + 1S (= 2 L) = 9 L.</a:t>
            </a:r>
          </a:p>
          <a:p>
            <a:r>
              <a:rPr lang="it-IT" dirty="0"/>
              <a:t>9L * 5/d = 45 L/d </a:t>
            </a:r>
          </a:p>
          <a:p>
            <a:r>
              <a:rPr lang="it-IT" dirty="0"/>
              <a:t>Dalla seconda  si valuta che il costo dell’operazione senza ridondanza è:             </a:t>
            </a:r>
          </a:p>
          <a:p>
            <a:r>
              <a:rPr lang="it-IT" dirty="0"/>
              <a:t>1 L + 1 L + 1 S (= 2 L ) + 1 L + 1 L + 1 L = 7 L.</a:t>
            </a:r>
          </a:p>
          <a:p>
            <a:r>
              <a:rPr lang="it-IT" dirty="0"/>
              <a:t>7L * 5/d = 35 L/d </a:t>
            </a:r>
          </a:p>
          <a:p>
            <a:r>
              <a:rPr lang="it-IT" dirty="0"/>
              <a:t>Da quest’analisi delle prestazioni possiamo dire che per evitare sprechi di memoria conviene eliminare Numero iscritti all’esame.</a:t>
            </a:r>
          </a:p>
        </p:txBody>
      </p:sp>
      <p:graphicFrame>
        <p:nvGraphicFramePr>
          <p:cNvPr id="11" name="Segnaposto contenuto 5">
            <a:extLst>
              <a:ext uri="{FF2B5EF4-FFF2-40B4-BE49-F238E27FC236}">
                <a16:creationId xmlns:a16="http://schemas.microsoft.com/office/drawing/2014/main" id="{A8C91A00-61A9-A983-713C-80ADEEC3B1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5684436"/>
              </p:ext>
            </p:extLst>
          </p:nvPr>
        </p:nvGraphicFramePr>
        <p:xfrm>
          <a:off x="117748" y="1623618"/>
          <a:ext cx="5693982" cy="263479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498094">
                  <a:extLst>
                    <a:ext uri="{9D8B030D-6E8A-4147-A177-3AD203B41FA5}">
                      <a16:colId xmlns:a16="http://schemas.microsoft.com/office/drawing/2014/main" val="1804423093"/>
                    </a:ext>
                  </a:extLst>
                </a:gridCol>
                <a:gridCol w="1498094">
                  <a:extLst>
                    <a:ext uri="{9D8B030D-6E8A-4147-A177-3AD203B41FA5}">
                      <a16:colId xmlns:a16="http://schemas.microsoft.com/office/drawing/2014/main" val="1635205282"/>
                    </a:ext>
                  </a:extLst>
                </a:gridCol>
                <a:gridCol w="1348897">
                  <a:extLst>
                    <a:ext uri="{9D8B030D-6E8A-4147-A177-3AD203B41FA5}">
                      <a16:colId xmlns:a16="http://schemas.microsoft.com/office/drawing/2014/main" val="4097806755"/>
                    </a:ext>
                  </a:extLst>
                </a:gridCol>
                <a:gridCol w="1348897">
                  <a:extLst>
                    <a:ext uri="{9D8B030D-6E8A-4147-A177-3AD203B41FA5}">
                      <a16:colId xmlns:a16="http://schemas.microsoft.com/office/drawing/2014/main" val="2619133375"/>
                    </a:ext>
                  </a:extLst>
                </a:gridCol>
              </a:tblGrid>
              <a:tr h="310296"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Concetti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Costrutti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Accessi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Tipo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164708"/>
                  </a:ext>
                </a:extLst>
              </a:tr>
              <a:tr h="310296">
                <a:tc>
                  <a:txBody>
                    <a:bodyPr/>
                    <a:lstStyle/>
                    <a:p>
                      <a:r>
                        <a:rPr lang="it-IT" sz="1200" dirty="0"/>
                        <a:t>CANDIDATO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605855"/>
                  </a:ext>
                </a:extLst>
              </a:tr>
              <a:tr h="315814">
                <a:tc>
                  <a:txBody>
                    <a:bodyPr/>
                    <a:lstStyle/>
                    <a:p>
                      <a:r>
                        <a:rPr lang="it-IT" sz="1200" dirty="0"/>
                        <a:t>PARTECIPAZIONE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L</a:t>
                      </a:r>
                      <a:endParaRPr lang="it-IT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679643"/>
                  </a:ext>
                </a:extLst>
              </a:tr>
              <a:tr h="310296">
                <a:tc>
                  <a:txBody>
                    <a:bodyPr/>
                    <a:lstStyle/>
                    <a:p>
                      <a:r>
                        <a:rPr lang="it-IT" sz="1200"/>
                        <a:t>PARTECIPAZIONE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R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784794"/>
                  </a:ext>
                </a:extLst>
              </a:tr>
              <a:tr h="310296">
                <a:tc>
                  <a:txBody>
                    <a:bodyPr/>
                    <a:lstStyle/>
                    <a:p>
                      <a:r>
                        <a:rPr lang="it-IT" sz="1200" dirty="0"/>
                        <a:t>PROVA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764923"/>
                  </a:ext>
                </a:extLst>
              </a:tr>
              <a:tr h="310296">
                <a:tc>
                  <a:txBody>
                    <a:bodyPr/>
                    <a:lstStyle/>
                    <a:p>
                      <a:r>
                        <a:rPr lang="it-IT" sz="1200" dirty="0"/>
                        <a:t>TENTATIVO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027249"/>
                  </a:ext>
                </a:extLst>
              </a:tr>
              <a:tr h="310296">
                <a:tc>
                  <a:txBody>
                    <a:bodyPr/>
                    <a:lstStyle/>
                    <a:p>
                      <a:r>
                        <a:rPr lang="it-IT" sz="1200" dirty="0"/>
                        <a:t>ESAME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504726"/>
                  </a:ext>
                </a:extLst>
              </a:tr>
              <a:tr h="310296">
                <a:tc>
                  <a:txBody>
                    <a:bodyPr/>
                    <a:lstStyle/>
                    <a:p>
                      <a:r>
                        <a:rPr lang="it-IT" sz="1200" dirty="0"/>
                        <a:t>ESAME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857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4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30001-4E98-01AA-D99A-05E4BC3B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6DF3F-B429-38E3-D502-A178A01D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764" y="404664"/>
            <a:ext cx="9143998" cy="1020762"/>
          </a:xfrm>
        </p:spPr>
        <p:txBody>
          <a:bodyPr/>
          <a:lstStyle/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Ristrutturazione</a:t>
            </a:r>
          </a:p>
        </p:txBody>
      </p:sp>
      <p:pic>
        <p:nvPicPr>
          <p:cNvPr id="4" name="Immagine 3" descr="Immagine che contiene testo, diagramma, origami, Piano&#10;&#10;Descrizione generata automaticamente">
            <a:extLst>
              <a:ext uri="{FF2B5EF4-FFF2-40B4-BE49-F238E27FC236}">
                <a16:creationId xmlns:a16="http://schemas.microsoft.com/office/drawing/2014/main" id="{0F43C052-24B0-99C0-961C-5BFF4AADBD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140" y="178389"/>
            <a:ext cx="8076052" cy="650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6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E53C4-37F3-DB02-F838-C6D17802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803319-1512-D012-3811-2795E62E6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Mapping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2891BEC6-8F4F-382B-0B67-0050B44BD72B}"/>
              </a:ext>
            </a:extLst>
          </p:cNvPr>
          <p:cNvSpPr txBox="1">
            <a:spLocks/>
          </p:cNvSpPr>
          <p:nvPr/>
        </p:nvSpPr>
        <p:spPr>
          <a:xfrm>
            <a:off x="828161" y="1738128"/>
            <a:ext cx="10515600" cy="3859742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lang="it-I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it-I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6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32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18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4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476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762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it-IT" sz="18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4BC2517-A2BC-7055-546F-D2864B8F7D29}"/>
              </a:ext>
            </a:extLst>
          </p:cNvPr>
          <p:cNvSpPr txBox="1"/>
          <p:nvPr/>
        </p:nvSpPr>
        <p:spPr>
          <a:xfrm>
            <a:off x="307505" y="1628800"/>
            <a:ext cx="11881320" cy="474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Candidato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it-IT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ID</a:t>
            </a:r>
            <a:r>
              <a:rPr lang="it-IT" sz="2000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Candidato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Nome, Cognome, E-mail, </a:t>
            </a:r>
            <a:r>
              <a:rPr lang="it-IT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DataNascita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CAP, Città, Via)</a:t>
            </a:r>
          </a:p>
          <a:p>
            <a:pPr>
              <a:lnSpc>
                <a:spcPct val="150000"/>
              </a:lnSpc>
            </a:pPr>
            <a:r>
              <a:rPr lang="it-IT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Esame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it-IT" sz="2000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IDEsame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it-IT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DataEsame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it-IT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NomeEsame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Livello, </a:t>
            </a:r>
            <a:r>
              <a:rPr lang="it-IT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IDCommissaio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it-IT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DataValutazione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it-IT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Commissario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it-IT" sz="2000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IDCommissario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Nome, Cognome, E-mail)</a:t>
            </a:r>
          </a:p>
          <a:p>
            <a:pPr>
              <a:lnSpc>
                <a:spcPct val="150000"/>
              </a:lnSpc>
            </a:pPr>
            <a:r>
              <a:rPr lang="it-IT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PaeseAssegnato</a:t>
            </a:r>
            <a:r>
              <a:rPr lang="it-IT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it-IT" sz="2000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NomePaese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Continente)</a:t>
            </a:r>
          </a:p>
          <a:p>
            <a:pPr>
              <a:lnSpc>
                <a:spcPct val="150000"/>
              </a:lnSpc>
            </a:pPr>
            <a:r>
              <a:rPr lang="it-IT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Prova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it-IT" sz="2000" u="sng" dirty="0">
                <a:latin typeface="Segoe UI" panose="020B0502040204020203" pitchFamily="34" charset="0"/>
                <a:cs typeface="Segoe UI" panose="020B0502040204020203" pitchFamily="34" charset="0"/>
              </a:rPr>
              <a:t>Data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it-IT" sz="2000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IDEsame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it-IT" sz="2000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IDCandidato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Risultato)</a:t>
            </a:r>
          </a:p>
          <a:p>
            <a:pPr>
              <a:lnSpc>
                <a:spcPct val="150000"/>
              </a:lnSpc>
            </a:pPr>
            <a:r>
              <a:rPr lang="it-IT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AttestatodiCertificazione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it-IT" sz="2000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DataRilascio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it-IT" sz="2000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IDEsame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 Descrizione, Punteggio, Commenti)</a:t>
            </a:r>
          </a:p>
          <a:p>
            <a:pPr>
              <a:lnSpc>
                <a:spcPct val="150000"/>
              </a:lnSpc>
            </a:pPr>
            <a:r>
              <a:rPr lang="it-IT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EsameTeorico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it-IT" sz="2000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IDEsame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it-IT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TempoLimite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it-IT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EsamePratico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it-IT" sz="2000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IDEsame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Strumento, </a:t>
            </a:r>
            <a:r>
              <a:rPr lang="it-IT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DurataPerformance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it-IT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Assegnazione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it-IT" sz="2000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IDCommissario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it-IT" sz="2000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NomePaese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it-IT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DataAssegnazione</a:t>
            </a:r>
            <a:r>
              <a:rPr lang="it-IT" sz="20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it-IT" sz="2400" b="1" dirty="0"/>
          </a:p>
        </p:txBody>
      </p:sp>
    </p:spTree>
    <p:extLst>
      <p:ext uri="{BB962C8B-B14F-4D97-AF65-F5344CB8AC3E}">
        <p14:creationId xmlns:p14="http://schemas.microsoft.com/office/powerpoint/2010/main" val="491841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FA81-390A-A20B-3276-46FCE88B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B5CCCD-F7AD-CD39-FA2D-C8557336A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Vincoli di integrità referenziale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6E38B96C-B2B8-6559-2414-5358369B4488}"/>
              </a:ext>
            </a:extLst>
          </p:cNvPr>
          <p:cNvSpPr txBox="1">
            <a:spLocks/>
          </p:cNvSpPr>
          <p:nvPr/>
        </p:nvSpPr>
        <p:spPr>
          <a:xfrm>
            <a:off x="828161" y="1738128"/>
            <a:ext cx="10515600" cy="3859742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lang="it-IT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it-IT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6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32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18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4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476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762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it-IT" sz="18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B2299F5-657D-A98D-4AA0-FD996BEF39D8}"/>
              </a:ext>
            </a:extLst>
          </p:cNvPr>
          <p:cNvSpPr txBox="1"/>
          <p:nvPr/>
        </p:nvSpPr>
        <p:spPr>
          <a:xfrm>
            <a:off x="307505" y="1298476"/>
            <a:ext cx="11881320" cy="5828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t-IT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Esame: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L’attributo </a:t>
            </a:r>
            <a:r>
              <a:rPr lang="it-IT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IDCommissario</a:t>
            </a: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 nella tabella Esame ha vincolo di integrità referenziale con l’attributo </a:t>
            </a:r>
            <a:r>
              <a:rPr lang="it-IT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IDCommissario</a:t>
            </a: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 nella tabella Commissario.</a:t>
            </a:r>
          </a:p>
          <a:p>
            <a:pPr>
              <a:lnSpc>
                <a:spcPct val="150000"/>
              </a:lnSpc>
            </a:pPr>
            <a:endParaRPr lang="it-IT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it-IT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Prova: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L’attributo </a:t>
            </a:r>
            <a:r>
              <a:rPr lang="it-IT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IDEsame</a:t>
            </a: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 nella tabella Prova ha vincolo di integrità referenziale con l’attributo </a:t>
            </a:r>
            <a:r>
              <a:rPr lang="it-IT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IDEsame</a:t>
            </a: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 nella tabella Esame.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L’attributo </a:t>
            </a:r>
            <a:r>
              <a:rPr lang="it-IT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IDCandidato</a:t>
            </a: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 nella tabella Prova ha vincolo di integrità referenziale con l’attributo </a:t>
            </a:r>
            <a:r>
              <a:rPr lang="it-IT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IDCandidato</a:t>
            </a: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 nella tabella Candidato.</a:t>
            </a:r>
          </a:p>
          <a:p>
            <a:pPr>
              <a:lnSpc>
                <a:spcPct val="150000"/>
              </a:lnSpc>
            </a:pPr>
            <a:endParaRPr lang="it-IT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it-IT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Attestato di Certificazione: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L’attributo </a:t>
            </a:r>
            <a:r>
              <a:rPr lang="it-IT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IDEsame</a:t>
            </a: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 nella tabella Attestato di Certificazione ha vincolo di integrità referenziale con l’attributo </a:t>
            </a:r>
            <a:r>
              <a:rPr lang="it-IT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IDEsame</a:t>
            </a: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 nella tabella Esame.</a:t>
            </a:r>
          </a:p>
          <a:p>
            <a:pPr>
              <a:lnSpc>
                <a:spcPct val="150000"/>
              </a:lnSpc>
            </a:pPr>
            <a:endParaRPr lang="it-IT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it-IT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Esame Teorico e Esame Pratico: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L’attributo </a:t>
            </a:r>
            <a:r>
              <a:rPr lang="it-IT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IDEsame</a:t>
            </a: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 nella tabella Esame Teorico e Esame Pratico ha vincolo di integrità referenziale con l’attributo </a:t>
            </a:r>
            <a:r>
              <a:rPr lang="it-IT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IDEsame</a:t>
            </a: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 nella tabella Esame.</a:t>
            </a:r>
          </a:p>
          <a:p>
            <a:pPr>
              <a:lnSpc>
                <a:spcPct val="150000"/>
              </a:lnSpc>
            </a:pPr>
            <a:endParaRPr lang="it-IT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it-IT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Assegnazione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L’attributo </a:t>
            </a:r>
            <a:r>
              <a:rPr lang="it-IT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IDCommissario</a:t>
            </a: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 nella tabella Assegnazione ha vincolo di integrità referenziale con l’attributo </a:t>
            </a:r>
            <a:r>
              <a:rPr lang="it-IT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IDCommissario</a:t>
            </a: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 nella tabella Commissario.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L’attributo </a:t>
            </a:r>
            <a:r>
              <a:rPr lang="it-IT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NomePaese</a:t>
            </a: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 nella tabella Assegnazione ha vincolo di integrità referenziale con l’attributo </a:t>
            </a:r>
            <a:r>
              <a:rPr lang="it-IT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NomePaese</a:t>
            </a: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 nella tabella Paese Assegnato.</a:t>
            </a:r>
          </a:p>
          <a:p>
            <a:pPr>
              <a:lnSpc>
                <a:spcPct val="150000"/>
              </a:lnSpc>
            </a:pPr>
            <a:endParaRPr lang="it-IT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069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Personalizzata">
  <a:themeElements>
    <a:clrScheme name="Lavagna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 lang="it-IT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lang="it-IT"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Custom" id="{37DB63F3-72C7-4A67-82CB-DE1EC68F0B1F}" vid="{1DDF8815-C24B-4878-AB18-C1C7DB7407AA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8bc505-b149-4ee6-b4a0-87f1604e9ae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735E1A1E3DB9B468BD081DF3D5EE4C5" ma:contentTypeVersion="9" ma:contentTypeDescription="Creare un nuovo documento." ma:contentTypeScope="" ma:versionID="9014444d7d85204af6542d666c6fe4d3">
  <xsd:schema xmlns:xsd="http://www.w3.org/2001/XMLSchema" xmlns:xs="http://www.w3.org/2001/XMLSchema" xmlns:p="http://schemas.microsoft.com/office/2006/metadata/properties" xmlns:ns3="278bc505-b149-4ee6-b4a0-87f1604e9ae3" targetNamespace="http://schemas.microsoft.com/office/2006/metadata/properties" ma:root="true" ma:fieldsID="9e0979029b40c52036c12df50e78164a" ns3:_="">
    <xsd:import namespace="278bc505-b149-4ee6-b4a0-87f1604e9ae3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8bc505-b149-4ee6-b4a0-87f1604e9ae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CC889-B55A-4246-8D72-AEC912BCD2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F4CB80-51E5-47C8-B45D-3834AA25DD5F}">
  <ds:schemaRefs>
    <ds:schemaRef ds:uri="http://schemas.microsoft.com/office/2006/metadata/properties"/>
    <ds:schemaRef ds:uri="http://www.w3.org/2000/xmlns/"/>
    <ds:schemaRef ds:uri="278bc505-b149-4ee6-b4a0-87f1604e9ae3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BEECA191-D71E-430F-8320-4983369A6D9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278bc505-b149-4ee6-b4a0-87f1604e9ae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tf02804846_wac</Template>
  <TotalTime>265</TotalTime>
  <Words>224</Words>
  <Application>Microsoft Office PowerPoint</Application>
  <PresentationFormat>Personalizzato</PresentationFormat>
  <Paragraphs>11</Paragraphs>
  <Slides>17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18" baseType="lpstr">
      <vt:lpstr>Personalizzata</vt:lpstr>
      <vt:lpstr>PROGETTO DI BASI DI DATI</vt:lpstr>
      <vt:lpstr>Gestione di una Scuola di Musica che offre certificazioni riconosciute a livello internazionale</vt:lpstr>
      <vt:lpstr>Schema E-R</vt:lpstr>
      <vt:lpstr>Schema E-R: Una reificazione</vt:lpstr>
      <vt:lpstr>Schema E-R: Business Rules</vt:lpstr>
      <vt:lpstr>Schema E-R: Business Rules</vt:lpstr>
      <vt:lpstr>Schema E-R: Business Rules</vt:lpstr>
      <vt:lpstr>Schema E-R: Regole di Derivazione</vt:lpstr>
      <vt:lpstr>Dizionario delle entità</vt:lpstr>
      <vt:lpstr>Dizionario delle entità</vt:lpstr>
      <vt:lpstr>Dizionario delle relazioni</vt:lpstr>
      <vt:lpstr>Tavola dei volumi</vt:lpstr>
      <vt:lpstr>Tavola dei volumi</vt:lpstr>
      <vt:lpstr>Tavola degli accessi Operazione: Iscrivi un candidato ad un esame</vt:lpstr>
      <vt:lpstr>Ristrutturazione</vt:lpstr>
      <vt:lpstr>Mapping</vt:lpstr>
      <vt:lpstr>Vincoli di integrità referenziale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DI BASI DI DATI</dc:title>
  <dc:creator>FRANCESCO PALMIERI</dc:creator>
  <cp:lastModifiedBy>SARA DI TELLA</cp:lastModifiedBy>
  <cp:revision>4</cp:revision>
  <dcterms:created xsi:type="dcterms:W3CDTF">2024-12-16T16:03:18Z</dcterms:created>
  <dcterms:modified xsi:type="dcterms:W3CDTF">2025-02-10T05:35:07Z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0x0101008735E1A1E3DB9B468BD081DF3D5EE4C5</vt:lpwstr>
  </property>
  <property fmtid="{D5CDD505-2E9C-101B-9397-08002B2CF9AE}" pid="3" name="IsMyDocuments">
    <vt:bool>true</vt:bool>
  </property>
</Properties>
</file>